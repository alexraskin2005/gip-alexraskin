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7" r:id="rId9"/>
    <p:sldId id="268" r:id="rId10"/>
    <p:sldId id="265" r:id="rId11"/>
    <p:sldId id="269" r:id="rId12"/>
    <p:sldId id="266" r:id="rId13"/>
    <p:sldId id="270" r:id="rId14"/>
    <p:sldId id="271" r:id="rId15"/>
    <p:sldId id="272" r:id="rId16"/>
    <p:sldId id="273" r:id="rId17"/>
    <p:sldId id="274" r:id="rId18"/>
    <p:sldId id="275" r:id="rId19"/>
    <p:sldId id="277" r:id="rId20"/>
    <p:sldId id="276" r:id="rId21"/>
    <p:sldId id="278" r:id="rId22"/>
    <p:sldId id="279" r:id="rId2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3A67B6-F056-4401-8962-1D8097E618DE}" v="225" dt="2023-06-06T18:58:52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askin" userId="6a4b7f1b57a1803d" providerId="LiveId" clId="{3B3A67B6-F056-4401-8962-1D8097E618DE}"/>
    <pc:docChg chg="undo custSel addSld delSld modSld sldOrd addSection delSection">
      <pc:chgData name="Alex Raskin" userId="6a4b7f1b57a1803d" providerId="LiveId" clId="{3B3A67B6-F056-4401-8962-1D8097E618DE}" dt="2023-06-06T19:00:19.283" v="4400" actId="20577"/>
      <pc:docMkLst>
        <pc:docMk/>
      </pc:docMkLst>
      <pc:sldChg chg="modSp mod">
        <pc:chgData name="Alex Raskin" userId="6a4b7f1b57a1803d" providerId="LiveId" clId="{3B3A67B6-F056-4401-8962-1D8097E618DE}" dt="2023-06-06T19:00:19.283" v="4400" actId="20577"/>
        <pc:sldMkLst>
          <pc:docMk/>
          <pc:sldMk cId="3982967997" sldId="258"/>
        </pc:sldMkLst>
        <pc:spChg chg="mod">
          <ac:chgData name="Alex Raskin" userId="6a4b7f1b57a1803d" providerId="LiveId" clId="{3B3A67B6-F056-4401-8962-1D8097E618DE}" dt="2023-06-06T18:59:57.969" v="4383" actId="20577"/>
          <ac:spMkLst>
            <pc:docMk/>
            <pc:sldMk cId="3982967997" sldId="258"/>
            <ac:spMk id="2" creationId="{E3B3CFAA-4D6F-D515-FE9D-A35368A1A75D}"/>
          </ac:spMkLst>
        </pc:spChg>
        <pc:spChg chg="mod">
          <ac:chgData name="Alex Raskin" userId="6a4b7f1b57a1803d" providerId="LiveId" clId="{3B3A67B6-F056-4401-8962-1D8097E618DE}" dt="2023-06-06T19:00:19.283" v="4400" actId="20577"/>
          <ac:spMkLst>
            <pc:docMk/>
            <pc:sldMk cId="3982967997" sldId="258"/>
            <ac:spMk id="3" creationId="{6E9CF324-31F0-BC2F-9AA1-224B930B74F8}"/>
          </ac:spMkLst>
        </pc:spChg>
      </pc:sldChg>
      <pc:sldChg chg="modSp mod">
        <pc:chgData name="Alex Raskin" userId="6a4b7f1b57a1803d" providerId="LiveId" clId="{3B3A67B6-F056-4401-8962-1D8097E618DE}" dt="2023-06-06T18:14:01.800" v="4144" actId="20577"/>
        <pc:sldMkLst>
          <pc:docMk/>
          <pc:sldMk cId="3273671230" sldId="262"/>
        </pc:sldMkLst>
        <pc:spChg chg="mod">
          <ac:chgData name="Alex Raskin" userId="6a4b7f1b57a1803d" providerId="LiveId" clId="{3B3A67B6-F056-4401-8962-1D8097E618DE}" dt="2023-06-06T17:11:23.244" v="1962" actId="20577"/>
          <ac:spMkLst>
            <pc:docMk/>
            <pc:sldMk cId="3273671230" sldId="262"/>
            <ac:spMk id="2" creationId="{60987823-A5C7-5498-C386-281A6F7E1B05}"/>
          </ac:spMkLst>
        </pc:spChg>
        <pc:spChg chg="mod">
          <ac:chgData name="Alex Raskin" userId="6a4b7f1b57a1803d" providerId="LiveId" clId="{3B3A67B6-F056-4401-8962-1D8097E618DE}" dt="2023-06-06T18:14:01.800" v="4144" actId="20577"/>
          <ac:spMkLst>
            <pc:docMk/>
            <pc:sldMk cId="3273671230" sldId="262"/>
            <ac:spMk id="7" creationId="{F577739B-D8F7-7839-D343-CE4FE754EB69}"/>
          </ac:spMkLst>
        </pc:spChg>
        <pc:picChg chg="mod">
          <ac:chgData name="Alex Raskin" userId="6a4b7f1b57a1803d" providerId="LiveId" clId="{3B3A67B6-F056-4401-8962-1D8097E618DE}" dt="2023-06-06T15:24:22.891" v="0" actId="1076"/>
          <ac:picMkLst>
            <pc:docMk/>
            <pc:sldMk cId="3273671230" sldId="262"/>
            <ac:picMk id="1028" creationId="{7171CEC1-0DC2-EEC3-9D4C-16A7211EA880}"/>
          </ac:picMkLst>
        </pc:picChg>
      </pc:sldChg>
      <pc:sldChg chg="addSp delSp modSp mod">
        <pc:chgData name="Alex Raskin" userId="6a4b7f1b57a1803d" providerId="LiveId" clId="{3B3A67B6-F056-4401-8962-1D8097E618DE}" dt="2023-06-06T17:11:43.793" v="1979" actId="14100"/>
        <pc:sldMkLst>
          <pc:docMk/>
          <pc:sldMk cId="1284180099" sldId="263"/>
        </pc:sldMkLst>
        <pc:spChg chg="mod">
          <ac:chgData name="Alex Raskin" userId="6a4b7f1b57a1803d" providerId="LiveId" clId="{3B3A67B6-F056-4401-8962-1D8097E618DE}" dt="2023-06-06T15:24:55.353" v="15" actId="255"/>
          <ac:spMkLst>
            <pc:docMk/>
            <pc:sldMk cId="1284180099" sldId="263"/>
            <ac:spMk id="2" creationId="{8228493A-E5EA-9AA5-3C1E-B67F9FEAA7B3}"/>
          </ac:spMkLst>
        </pc:spChg>
        <pc:spChg chg="mod">
          <ac:chgData name="Alex Raskin" userId="6a4b7f1b57a1803d" providerId="LiveId" clId="{3B3A67B6-F056-4401-8962-1D8097E618DE}" dt="2023-06-06T17:11:43.793" v="1979" actId="14100"/>
          <ac:spMkLst>
            <pc:docMk/>
            <pc:sldMk cId="1284180099" sldId="263"/>
            <ac:spMk id="3" creationId="{CBE5FA15-5115-FCEF-11E9-FCC9F941CE07}"/>
          </ac:spMkLst>
        </pc:spChg>
        <pc:picChg chg="add del mod">
          <ac:chgData name="Alex Raskin" userId="6a4b7f1b57a1803d" providerId="LiveId" clId="{3B3A67B6-F056-4401-8962-1D8097E618DE}" dt="2023-06-06T15:26:02.157" v="57" actId="478"/>
          <ac:picMkLst>
            <pc:docMk/>
            <pc:sldMk cId="1284180099" sldId="263"/>
            <ac:picMk id="2054" creationId="{9E750243-A313-CBDF-047D-248BB9ACB9A0}"/>
          </ac:picMkLst>
        </pc:picChg>
      </pc:sldChg>
      <pc:sldChg chg="addSp delSp modSp new mod setBg">
        <pc:chgData name="Alex Raskin" userId="6a4b7f1b57a1803d" providerId="LiveId" clId="{3B3A67B6-F056-4401-8962-1D8097E618DE}" dt="2023-06-06T18:51:21.963" v="4218" actId="1076"/>
        <pc:sldMkLst>
          <pc:docMk/>
          <pc:sldMk cId="1018628246" sldId="264"/>
        </pc:sldMkLst>
        <pc:spChg chg="add mod ord">
          <ac:chgData name="Alex Raskin" userId="6a4b7f1b57a1803d" providerId="LiveId" clId="{3B3A67B6-F056-4401-8962-1D8097E618DE}" dt="2023-06-06T18:49:13.523" v="4159" actId="20577"/>
          <ac:spMkLst>
            <pc:docMk/>
            <pc:sldMk cId="1018628246" sldId="264"/>
            <ac:spMk id="4" creationId="{D1D73091-0A3F-BE18-2638-65FA96FAF63B}"/>
          </ac:spMkLst>
        </pc:spChg>
        <pc:spChg chg="add del mod ord">
          <ac:chgData name="Alex Raskin" userId="6a4b7f1b57a1803d" providerId="LiveId" clId="{3B3A67B6-F056-4401-8962-1D8097E618DE}" dt="2023-06-06T15:57:05.978" v="372" actId="478"/>
          <ac:spMkLst>
            <pc:docMk/>
            <pc:sldMk cId="1018628246" sldId="264"/>
            <ac:spMk id="5" creationId="{ABE359DF-96F1-3BC9-4224-77751E2815CC}"/>
          </ac:spMkLst>
        </pc:spChg>
        <pc:spChg chg="add del">
          <ac:chgData name="Alex Raskin" userId="6a4b7f1b57a1803d" providerId="LiveId" clId="{3B3A67B6-F056-4401-8962-1D8097E618DE}" dt="2023-06-06T15:55:52.295" v="358" actId="478"/>
          <ac:spMkLst>
            <pc:docMk/>
            <pc:sldMk cId="1018628246" sldId="264"/>
            <ac:spMk id="7" creationId="{77BA4C54-42EC-A987-7907-D5937E383536}"/>
          </ac:spMkLst>
        </pc:spChg>
        <pc:spChg chg="add mod ord">
          <ac:chgData name="Alex Raskin" userId="6a4b7f1b57a1803d" providerId="LiveId" clId="{3B3A67B6-F056-4401-8962-1D8097E618DE}" dt="2023-06-06T16:05:50.650" v="774" actId="1076"/>
          <ac:spMkLst>
            <pc:docMk/>
            <pc:sldMk cId="1018628246" sldId="264"/>
            <ac:spMk id="10" creationId="{577700B9-0571-F988-0D1C-88C0160636CF}"/>
          </ac:spMkLst>
        </pc:spChg>
        <pc:spChg chg="add mod">
          <ac:chgData name="Alex Raskin" userId="6a4b7f1b57a1803d" providerId="LiveId" clId="{3B3A67B6-F056-4401-8962-1D8097E618DE}" dt="2023-06-06T18:51:17.025" v="4217" actId="1076"/>
          <ac:spMkLst>
            <pc:docMk/>
            <pc:sldMk cId="1018628246" sldId="264"/>
            <ac:spMk id="11" creationId="{C22E5832-879E-BF72-4F55-E78BF50FD292}"/>
          </ac:spMkLst>
        </pc:spChg>
        <pc:spChg chg="add mod">
          <ac:chgData name="Alex Raskin" userId="6a4b7f1b57a1803d" providerId="LiveId" clId="{3B3A67B6-F056-4401-8962-1D8097E618DE}" dt="2023-06-06T18:51:21.963" v="4218" actId="1076"/>
          <ac:spMkLst>
            <pc:docMk/>
            <pc:sldMk cId="1018628246" sldId="264"/>
            <ac:spMk id="12" creationId="{10C1D4D9-285C-E1CE-D26E-BC50456DABF9}"/>
          </ac:spMkLst>
        </pc:spChg>
        <pc:spChg chg="add del">
          <ac:chgData name="Alex Raskin" userId="6a4b7f1b57a1803d" providerId="LiveId" clId="{3B3A67B6-F056-4401-8962-1D8097E618DE}" dt="2023-06-06T15:56:49.121" v="367" actId="26606"/>
          <ac:spMkLst>
            <pc:docMk/>
            <pc:sldMk cId="1018628246" sldId="264"/>
            <ac:spMk id="14" creationId="{9CE0A68D-28EF-49D9-B84B-5DAB38714976}"/>
          </ac:spMkLst>
        </pc:spChg>
        <pc:spChg chg="add del">
          <ac:chgData name="Alex Raskin" userId="6a4b7f1b57a1803d" providerId="LiveId" clId="{3B3A67B6-F056-4401-8962-1D8097E618DE}" dt="2023-06-06T15:56:49.121" v="367" actId="26606"/>
          <ac:spMkLst>
            <pc:docMk/>
            <pc:sldMk cId="1018628246" sldId="264"/>
            <ac:spMk id="16" creationId="{1FA0C3DC-24DE-44E3-9D41-CAA5F3B20751}"/>
          </ac:spMkLst>
        </pc:spChg>
        <pc:spChg chg="add del">
          <ac:chgData name="Alex Raskin" userId="6a4b7f1b57a1803d" providerId="LiveId" clId="{3B3A67B6-F056-4401-8962-1D8097E618DE}" dt="2023-06-06T15:57:17.969" v="373" actId="26606"/>
          <ac:spMkLst>
            <pc:docMk/>
            <pc:sldMk cId="1018628246" sldId="264"/>
            <ac:spMk id="21" creationId="{E9361D0E-0B35-42DA-8779-9780B96F55B1}"/>
          </ac:spMkLst>
        </pc:spChg>
        <pc:spChg chg="add del">
          <ac:chgData name="Alex Raskin" userId="6a4b7f1b57a1803d" providerId="LiveId" clId="{3B3A67B6-F056-4401-8962-1D8097E618DE}" dt="2023-06-06T15:57:17.969" v="373" actId="26606"/>
          <ac:spMkLst>
            <pc:docMk/>
            <pc:sldMk cId="1018628246" sldId="264"/>
            <ac:spMk id="23" creationId="{6EECC08E-F4F5-429A-B70B-B378AC0B0CE7}"/>
          </ac:spMkLst>
        </pc:spChg>
        <pc:spChg chg="add del">
          <ac:chgData name="Alex Raskin" userId="6a4b7f1b57a1803d" providerId="LiveId" clId="{3B3A67B6-F056-4401-8962-1D8097E618DE}" dt="2023-06-06T16:00:40.266" v="662" actId="26606"/>
          <ac:spMkLst>
            <pc:docMk/>
            <pc:sldMk cId="1018628246" sldId="264"/>
            <ac:spMk id="28" creationId="{9B37791B-B040-4694-BFDC-8DD132D86E8E}"/>
          </ac:spMkLst>
        </pc:spChg>
        <pc:spChg chg="add del">
          <ac:chgData name="Alex Raskin" userId="6a4b7f1b57a1803d" providerId="LiveId" clId="{3B3A67B6-F056-4401-8962-1D8097E618DE}" dt="2023-06-06T16:01:58.217" v="665" actId="26606"/>
          <ac:spMkLst>
            <pc:docMk/>
            <pc:sldMk cId="1018628246" sldId="264"/>
            <ac:spMk id="41" creationId="{B95B9BA8-1D69-4796-85F5-B6D0BD52354B}"/>
          </ac:spMkLst>
        </pc:spChg>
        <pc:spChg chg="add">
          <ac:chgData name="Alex Raskin" userId="6a4b7f1b57a1803d" providerId="LiveId" clId="{3B3A67B6-F056-4401-8962-1D8097E618DE}" dt="2023-06-06T16:01:58.217" v="665" actId="26606"/>
          <ac:spMkLst>
            <pc:docMk/>
            <pc:sldMk cId="1018628246" sldId="264"/>
            <ac:spMk id="54" creationId="{E9361D0E-0B35-42DA-8779-9780B96F55B1}"/>
          </ac:spMkLst>
        </pc:spChg>
        <pc:spChg chg="add">
          <ac:chgData name="Alex Raskin" userId="6a4b7f1b57a1803d" providerId="LiveId" clId="{3B3A67B6-F056-4401-8962-1D8097E618DE}" dt="2023-06-06T16:01:58.217" v="665" actId="26606"/>
          <ac:spMkLst>
            <pc:docMk/>
            <pc:sldMk cId="1018628246" sldId="264"/>
            <ac:spMk id="56" creationId="{6EECC08E-F4F5-429A-B70B-B378AC0B0CE7}"/>
          </ac:spMkLst>
        </pc:spChg>
        <pc:grpChg chg="add del">
          <ac:chgData name="Alex Raskin" userId="6a4b7f1b57a1803d" providerId="LiveId" clId="{3B3A67B6-F056-4401-8962-1D8097E618DE}" dt="2023-06-06T16:00:40.266" v="662" actId="26606"/>
          <ac:grpSpMkLst>
            <pc:docMk/>
            <pc:sldMk cId="1018628246" sldId="264"/>
            <ac:grpSpMk id="30" creationId="{59A59B10-9D94-4C5B-8BF0-95928DCEB198}"/>
          </ac:grpSpMkLst>
        </pc:grpChg>
        <pc:grpChg chg="add del">
          <ac:chgData name="Alex Raskin" userId="6a4b7f1b57a1803d" providerId="LiveId" clId="{3B3A67B6-F056-4401-8962-1D8097E618DE}" dt="2023-06-06T16:01:58.217" v="665" actId="26606"/>
          <ac:grpSpMkLst>
            <pc:docMk/>
            <pc:sldMk cId="1018628246" sldId="264"/>
            <ac:grpSpMk id="43" creationId="{D44E3F87-3D58-4B03-86B2-15A5C5B9C964}"/>
          </ac:grpSpMkLst>
        </pc:grpChg>
        <pc:picChg chg="add del mod modCrop">
          <ac:chgData name="Alex Raskin" userId="6a4b7f1b57a1803d" providerId="LiveId" clId="{3B3A67B6-F056-4401-8962-1D8097E618DE}" dt="2023-06-06T15:28:21.705" v="77" actId="478"/>
          <ac:picMkLst>
            <pc:docMk/>
            <pc:sldMk cId="1018628246" sldId="264"/>
            <ac:picMk id="3" creationId="{74B141FD-34D6-1DEA-BDDD-231EA79400F9}"/>
          </ac:picMkLst>
        </pc:picChg>
        <pc:picChg chg="add mod ord">
          <ac:chgData name="Alex Raskin" userId="6a4b7f1b57a1803d" providerId="LiveId" clId="{3B3A67B6-F056-4401-8962-1D8097E618DE}" dt="2023-06-06T16:03:08.428" v="683" actId="1076"/>
          <ac:picMkLst>
            <pc:docMk/>
            <pc:sldMk cId="1018628246" sldId="264"/>
            <ac:picMk id="9" creationId="{9A90A856-9E84-93F4-1435-2B51EDE4BD2D}"/>
          </ac:picMkLst>
        </pc:picChg>
        <pc:picChg chg="add del mod">
          <ac:chgData name="Alex Raskin" userId="6a4b7f1b57a1803d" providerId="LiveId" clId="{3B3A67B6-F056-4401-8962-1D8097E618DE}" dt="2023-06-06T15:38:11.082" v="210" actId="478"/>
          <ac:picMkLst>
            <pc:docMk/>
            <pc:sldMk cId="1018628246" sldId="264"/>
            <ac:picMk id="3074" creationId="{A6370C5A-A89F-D89D-7B39-ED95718AC971}"/>
          </ac:picMkLst>
        </pc:picChg>
      </pc:sldChg>
      <pc:sldChg chg="addSp modSp new mod setBg">
        <pc:chgData name="Alex Raskin" userId="6a4b7f1b57a1803d" providerId="LiveId" clId="{3B3A67B6-F056-4401-8962-1D8097E618DE}" dt="2023-06-06T18:52:42.180" v="4227" actId="20577"/>
        <pc:sldMkLst>
          <pc:docMk/>
          <pc:sldMk cId="3003838396" sldId="265"/>
        </pc:sldMkLst>
        <pc:spChg chg="mod">
          <ac:chgData name="Alex Raskin" userId="6a4b7f1b57a1803d" providerId="LiveId" clId="{3B3A67B6-F056-4401-8962-1D8097E618DE}" dt="2023-06-06T18:52:42.180" v="4227" actId="20577"/>
          <ac:spMkLst>
            <pc:docMk/>
            <pc:sldMk cId="3003838396" sldId="265"/>
            <ac:spMk id="2" creationId="{EA5FFE58-2136-037E-1EE9-AA88F8A83639}"/>
          </ac:spMkLst>
        </pc:spChg>
        <pc:spChg chg="mod">
          <ac:chgData name="Alex Raskin" userId="6a4b7f1b57a1803d" providerId="LiveId" clId="{3B3A67B6-F056-4401-8962-1D8097E618DE}" dt="2023-06-06T16:13:43.328" v="1148" actId="255"/>
          <ac:spMkLst>
            <pc:docMk/>
            <pc:sldMk cId="3003838396" sldId="265"/>
            <ac:spMk id="3" creationId="{06DC240D-F018-F9E6-F50E-9FBF69CBB221}"/>
          </ac:spMkLst>
        </pc:spChg>
        <pc:spChg chg="add">
          <ac:chgData name="Alex Raskin" userId="6a4b7f1b57a1803d" providerId="LiveId" clId="{3B3A67B6-F056-4401-8962-1D8097E618DE}" dt="2023-06-06T16:13:35.169" v="1147" actId="26606"/>
          <ac:spMkLst>
            <pc:docMk/>
            <pc:sldMk cId="3003838396" sldId="265"/>
            <ac:spMk id="4103" creationId="{E8A8EAB8-D2FF-444D-B34B-7D32F106AD0E}"/>
          </ac:spMkLst>
        </pc:spChg>
        <pc:picChg chg="add mod">
          <ac:chgData name="Alex Raskin" userId="6a4b7f1b57a1803d" providerId="LiveId" clId="{3B3A67B6-F056-4401-8962-1D8097E618DE}" dt="2023-06-06T16:13:35.169" v="1147" actId="26606"/>
          <ac:picMkLst>
            <pc:docMk/>
            <pc:sldMk cId="3003838396" sldId="265"/>
            <ac:picMk id="4" creationId="{2BE265DB-1797-652A-36F7-F4E6AD19964C}"/>
          </ac:picMkLst>
        </pc:picChg>
        <pc:picChg chg="add mod">
          <ac:chgData name="Alex Raskin" userId="6a4b7f1b57a1803d" providerId="LiveId" clId="{3B3A67B6-F056-4401-8962-1D8097E618DE}" dt="2023-06-06T16:13:35.169" v="1147" actId="26606"/>
          <ac:picMkLst>
            <pc:docMk/>
            <pc:sldMk cId="3003838396" sldId="265"/>
            <ac:picMk id="4098" creationId="{630F800E-4073-7745-E249-BED258FF851D}"/>
          </ac:picMkLst>
        </pc:picChg>
        <pc:cxnChg chg="add">
          <ac:chgData name="Alex Raskin" userId="6a4b7f1b57a1803d" providerId="LiveId" clId="{3B3A67B6-F056-4401-8962-1D8097E618DE}" dt="2023-06-06T16:13:35.169" v="1147" actId="26606"/>
          <ac:cxnSpMkLst>
            <pc:docMk/>
            <pc:sldMk cId="3003838396" sldId="265"/>
            <ac:cxnSpMk id="4105" creationId="{EEA38897-7BA3-4408-8083-3235339C4A60}"/>
          </ac:cxnSpMkLst>
        </pc:cxnChg>
        <pc:cxnChg chg="add">
          <ac:chgData name="Alex Raskin" userId="6a4b7f1b57a1803d" providerId="LiveId" clId="{3B3A67B6-F056-4401-8962-1D8097E618DE}" dt="2023-06-06T16:13:35.169" v="1147" actId="26606"/>
          <ac:cxnSpMkLst>
            <pc:docMk/>
            <pc:sldMk cId="3003838396" sldId="265"/>
            <ac:cxnSpMk id="4107" creationId="{CA240C79-242E-4918-9F28-B101847D1CC6}"/>
          </ac:cxnSpMkLst>
        </pc:cxnChg>
        <pc:cxnChg chg="add">
          <ac:chgData name="Alex Raskin" userId="6a4b7f1b57a1803d" providerId="LiveId" clId="{3B3A67B6-F056-4401-8962-1D8097E618DE}" dt="2023-06-06T16:13:35.169" v="1147" actId="26606"/>
          <ac:cxnSpMkLst>
            <pc:docMk/>
            <pc:sldMk cId="3003838396" sldId="265"/>
            <ac:cxnSpMk id="4109" creationId="{F11AD06B-AB20-4097-8606-5DA00DBACE88}"/>
          </ac:cxnSpMkLst>
        </pc:cxnChg>
      </pc:sldChg>
      <pc:sldChg chg="addSp delSp modSp new mod setBg">
        <pc:chgData name="Alex Raskin" userId="6a4b7f1b57a1803d" providerId="LiveId" clId="{3B3A67B6-F056-4401-8962-1D8097E618DE}" dt="2023-06-06T17:13:51.984" v="2093" actId="255"/>
        <pc:sldMkLst>
          <pc:docMk/>
          <pc:sldMk cId="3893908587" sldId="266"/>
        </pc:sldMkLst>
        <pc:spChg chg="add del mod">
          <ac:chgData name="Alex Raskin" userId="6a4b7f1b57a1803d" providerId="LiveId" clId="{3B3A67B6-F056-4401-8962-1D8097E618DE}" dt="2023-06-06T17:13:51.984" v="2093" actId="255"/>
          <ac:spMkLst>
            <pc:docMk/>
            <pc:sldMk cId="3893908587" sldId="266"/>
            <ac:spMk id="2" creationId="{9FE8BF32-437D-C043-B757-7C2CE52F5965}"/>
          </ac:spMkLst>
        </pc:spChg>
        <pc:spChg chg="add mod">
          <ac:chgData name="Alex Raskin" userId="6a4b7f1b57a1803d" providerId="LiveId" clId="{3B3A67B6-F056-4401-8962-1D8097E618DE}" dt="2023-06-06T17:13:44.166" v="2092" actId="255"/>
          <ac:spMkLst>
            <pc:docMk/>
            <pc:sldMk cId="3893908587" sldId="266"/>
            <ac:spMk id="3" creationId="{36385D5C-48B3-C994-54C3-786A173AD234}"/>
          </ac:spMkLst>
        </pc:spChg>
        <pc:spChg chg="add">
          <ac:chgData name="Alex Raskin" userId="6a4b7f1b57a1803d" providerId="LiveId" clId="{3B3A67B6-F056-4401-8962-1D8097E618DE}" dt="2023-06-06T17:13:31.195" v="2090" actId="26606"/>
          <ac:spMkLst>
            <pc:docMk/>
            <pc:sldMk cId="3893908587" sldId="266"/>
            <ac:spMk id="9" creationId="{201CC55D-ED54-4C5C-95E6-10947BD1103B}"/>
          </ac:spMkLst>
        </pc:spChg>
        <pc:spChg chg="add">
          <ac:chgData name="Alex Raskin" userId="6a4b7f1b57a1803d" providerId="LiveId" clId="{3B3A67B6-F056-4401-8962-1D8097E618DE}" dt="2023-06-06T17:13:31.195" v="2090" actId="26606"/>
          <ac:spMkLst>
            <pc:docMk/>
            <pc:sldMk cId="3893908587" sldId="266"/>
            <ac:spMk id="15" creationId="{3873B707-463F-40B0-8227-E8CC6C67EB25}"/>
          </ac:spMkLst>
        </pc:spChg>
        <pc:spChg chg="add">
          <ac:chgData name="Alex Raskin" userId="6a4b7f1b57a1803d" providerId="LiveId" clId="{3B3A67B6-F056-4401-8962-1D8097E618DE}" dt="2023-06-06T17:13:31.195" v="2090" actId="26606"/>
          <ac:spMkLst>
            <pc:docMk/>
            <pc:sldMk cId="3893908587" sldId="266"/>
            <ac:spMk id="17" creationId="{C13237C8-E62C-4F0D-A318-BD6FB6C2D138}"/>
          </ac:spMkLst>
        </pc:spChg>
        <pc:spChg chg="add">
          <ac:chgData name="Alex Raskin" userId="6a4b7f1b57a1803d" providerId="LiveId" clId="{3B3A67B6-F056-4401-8962-1D8097E618DE}" dt="2023-06-06T17:13:31.195" v="2090" actId="26606"/>
          <ac:spMkLst>
            <pc:docMk/>
            <pc:sldMk cId="3893908587" sldId="266"/>
            <ac:spMk id="19" creationId="{19C9EAEA-39D0-4B0E-A0EB-51E7B26740B1}"/>
          </ac:spMkLst>
        </pc:spChg>
        <pc:grpChg chg="add">
          <ac:chgData name="Alex Raskin" userId="6a4b7f1b57a1803d" providerId="LiveId" clId="{3B3A67B6-F056-4401-8962-1D8097E618DE}" dt="2023-06-06T17:13:31.195" v="2090" actId="26606"/>
          <ac:grpSpMkLst>
            <pc:docMk/>
            <pc:sldMk cId="3893908587" sldId="266"/>
            <ac:grpSpMk id="11" creationId="{1DE889C7-FAD6-4397-98E2-05D503484459}"/>
          </ac:grpSpMkLst>
        </pc:grpChg>
        <pc:picChg chg="add mod">
          <ac:chgData name="Alex Raskin" userId="6a4b7f1b57a1803d" providerId="LiveId" clId="{3B3A67B6-F056-4401-8962-1D8097E618DE}" dt="2023-06-06T17:13:31.195" v="2090" actId="26606"/>
          <ac:picMkLst>
            <pc:docMk/>
            <pc:sldMk cId="3893908587" sldId="266"/>
            <ac:picMk id="4" creationId="{3F9193A4-ECEF-0505-49EF-41EDF29A0BDF}"/>
          </ac:picMkLst>
        </pc:picChg>
      </pc:sldChg>
      <pc:sldChg chg="addSp modSp new mod setBg">
        <pc:chgData name="Alex Raskin" userId="6a4b7f1b57a1803d" providerId="LiveId" clId="{3B3A67B6-F056-4401-8962-1D8097E618DE}" dt="2023-06-06T16:34:53.394" v="1377" actId="20577"/>
        <pc:sldMkLst>
          <pc:docMk/>
          <pc:sldMk cId="1014178241" sldId="267"/>
        </pc:sldMkLst>
        <pc:spChg chg="add mod">
          <ac:chgData name="Alex Raskin" userId="6a4b7f1b57a1803d" providerId="LiveId" clId="{3B3A67B6-F056-4401-8962-1D8097E618DE}" dt="2023-06-06T16:34:53.394" v="1377" actId="20577"/>
          <ac:spMkLst>
            <pc:docMk/>
            <pc:sldMk cId="1014178241" sldId="267"/>
            <ac:spMk id="2" creationId="{5A9E4408-CFA9-7A22-71E2-B625A65BF492}"/>
          </ac:spMkLst>
        </pc:spChg>
        <pc:spChg chg="add mod">
          <ac:chgData name="Alex Raskin" userId="6a4b7f1b57a1803d" providerId="LiveId" clId="{3B3A67B6-F056-4401-8962-1D8097E618DE}" dt="2023-06-06T16:33:21.435" v="1371" actId="20577"/>
          <ac:spMkLst>
            <pc:docMk/>
            <pc:sldMk cId="1014178241" sldId="267"/>
            <ac:spMk id="3" creationId="{5A61C7AE-ADA6-9CCA-0B8C-2000B7D91DE3}"/>
          </ac:spMkLst>
        </pc:spChg>
        <pc:spChg chg="add">
          <ac:chgData name="Alex Raskin" userId="6a4b7f1b57a1803d" providerId="LiveId" clId="{3B3A67B6-F056-4401-8962-1D8097E618DE}" dt="2023-06-06T16:32:38.861" v="1351" actId="26606"/>
          <ac:spMkLst>
            <pc:docMk/>
            <pc:sldMk cId="1014178241" sldId="267"/>
            <ac:spMk id="10" creationId="{35C956CA-A8FB-4F91-A258-FBE459CD99FC}"/>
          </ac:spMkLst>
        </pc:spChg>
        <pc:spChg chg="add">
          <ac:chgData name="Alex Raskin" userId="6a4b7f1b57a1803d" providerId="LiveId" clId="{3B3A67B6-F056-4401-8962-1D8097E618DE}" dt="2023-06-06T16:32:38.861" v="1351" actId="26606"/>
          <ac:spMkLst>
            <pc:docMk/>
            <pc:sldMk cId="1014178241" sldId="267"/>
            <ac:spMk id="12" creationId="{70A48D59-8581-41F7-B529-F4617FE07A9A}"/>
          </ac:spMkLst>
        </pc:spChg>
        <pc:picChg chg="add mod ord">
          <ac:chgData name="Alex Raskin" userId="6a4b7f1b57a1803d" providerId="LiveId" clId="{3B3A67B6-F056-4401-8962-1D8097E618DE}" dt="2023-06-06T16:32:38.861" v="1351" actId="26606"/>
          <ac:picMkLst>
            <pc:docMk/>
            <pc:sldMk cId="1014178241" sldId="267"/>
            <ac:picMk id="4" creationId="{B0A4F95E-F540-B902-E08D-283F85107FF2}"/>
          </ac:picMkLst>
        </pc:picChg>
        <pc:picChg chg="add mod ord">
          <ac:chgData name="Alex Raskin" userId="6a4b7f1b57a1803d" providerId="LiveId" clId="{3B3A67B6-F056-4401-8962-1D8097E618DE}" dt="2023-06-06T16:32:38.861" v="1351" actId="26606"/>
          <ac:picMkLst>
            <pc:docMk/>
            <pc:sldMk cId="1014178241" sldId="267"/>
            <ac:picMk id="5" creationId="{F2E64FC4-4AD0-0776-CBDE-1EC9CF6FACA6}"/>
          </ac:picMkLst>
        </pc:picChg>
        <pc:cxnChg chg="add">
          <ac:chgData name="Alex Raskin" userId="6a4b7f1b57a1803d" providerId="LiveId" clId="{3B3A67B6-F056-4401-8962-1D8097E618DE}" dt="2023-06-06T16:32:38.861" v="1351" actId="26606"/>
          <ac:cxnSpMkLst>
            <pc:docMk/>
            <pc:sldMk cId="1014178241" sldId="267"/>
            <ac:cxnSpMk id="14" creationId="{967F2066-0253-4771-A5F6-68111E1FE832}"/>
          </ac:cxnSpMkLst>
        </pc:cxnChg>
      </pc:sldChg>
      <pc:sldChg chg="addSp delSp modSp new mod ord setBg setClrOvrMap">
        <pc:chgData name="Alex Raskin" userId="6a4b7f1b57a1803d" providerId="LiveId" clId="{3B3A67B6-F056-4401-8962-1D8097E618DE}" dt="2023-06-06T18:52:23.338" v="4223" actId="20577"/>
        <pc:sldMkLst>
          <pc:docMk/>
          <pc:sldMk cId="641571468" sldId="268"/>
        </pc:sldMkLst>
        <pc:spChg chg="mod ord">
          <ac:chgData name="Alex Raskin" userId="6a4b7f1b57a1803d" providerId="LiveId" clId="{3B3A67B6-F056-4401-8962-1D8097E618DE}" dt="2023-06-06T16:43:24.086" v="1685" actId="255"/>
          <ac:spMkLst>
            <pc:docMk/>
            <pc:sldMk cId="641571468" sldId="268"/>
            <ac:spMk id="2" creationId="{7B1CDF1B-390A-9B26-C4F4-AF53613D960C}"/>
          </ac:spMkLst>
        </pc:spChg>
        <pc:spChg chg="del mod">
          <ac:chgData name="Alex Raskin" userId="6a4b7f1b57a1803d" providerId="LiveId" clId="{3B3A67B6-F056-4401-8962-1D8097E618DE}" dt="2023-06-06T16:39:30.174" v="1432" actId="478"/>
          <ac:spMkLst>
            <pc:docMk/>
            <pc:sldMk cId="641571468" sldId="268"/>
            <ac:spMk id="3" creationId="{BCBE0259-FDA5-288D-064F-DD7236AF6A6A}"/>
          </ac:spMkLst>
        </pc:spChg>
        <pc:spChg chg="add mod">
          <ac:chgData name="Alex Raskin" userId="6a4b7f1b57a1803d" providerId="LiveId" clId="{3B3A67B6-F056-4401-8962-1D8097E618DE}" dt="2023-06-06T18:52:23.338" v="4223" actId="20577"/>
          <ac:spMkLst>
            <pc:docMk/>
            <pc:sldMk cId="641571468" sldId="268"/>
            <ac:spMk id="6" creationId="{2A18E5AC-7033-9D31-8EBE-5638546C1C71}"/>
          </ac:spMkLst>
        </pc:spChg>
        <pc:spChg chg="add del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12" creationId="{9D25F302-27C5-414F-97F8-6EA0A6C028BA}"/>
          </ac:spMkLst>
        </pc:spChg>
        <pc:spChg chg="add del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14" creationId="{830A36F8-48C2-4842-A87B-8CE8DF4E7FD2}"/>
          </ac:spMkLst>
        </pc:spChg>
        <pc:spChg chg="add del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16" creationId="{7F488E8B-4E1E-4402-8935-D4E6C02615C7}"/>
          </ac:spMkLst>
        </pc:spChg>
        <pc:spChg chg="add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21" creationId="{8FC9BE17-9A7B-462D-AE50-3D8777387304}"/>
          </ac:spMkLst>
        </pc:spChg>
        <pc:spChg chg="add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23" creationId="{3EBE8569-6AEC-4B8C-8D53-2DE337CDBA65}"/>
          </ac:spMkLst>
        </pc:spChg>
        <pc:spChg chg="add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25" creationId="{55D4142C-5077-457F-A6AD-3FECFDB39685}"/>
          </ac:spMkLst>
        </pc:spChg>
        <pc:spChg chg="add">
          <ac:chgData name="Alex Raskin" userId="6a4b7f1b57a1803d" providerId="LiveId" clId="{3B3A67B6-F056-4401-8962-1D8097E618DE}" dt="2023-06-06T16:43:17.677" v="1684" actId="26606"/>
          <ac:spMkLst>
            <pc:docMk/>
            <pc:sldMk cId="641571468" sldId="268"/>
            <ac:spMk id="27" creationId="{7A5F0580-5EE9-419F-96EE-B6529EF6E7D0}"/>
          </ac:spMkLst>
        </pc:spChg>
        <pc:picChg chg="add del mod modCrop">
          <ac:chgData name="Alex Raskin" userId="6a4b7f1b57a1803d" providerId="LiveId" clId="{3B3A67B6-F056-4401-8962-1D8097E618DE}" dt="2023-06-06T16:43:14.990" v="1683" actId="478"/>
          <ac:picMkLst>
            <pc:docMk/>
            <pc:sldMk cId="641571468" sldId="268"/>
            <ac:picMk id="5" creationId="{E60B6D95-FB97-4C29-52CE-AAFD448C5E33}"/>
          </ac:picMkLst>
        </pc:picChg>
        <pc:picChg chg="add mod ord">
          <ac:chgData name="Alex Raskin" userId="6a4b7f1b57a1803d" providerId="LiveId" clId="{3B3A67B6-F056-4401-8962-1D8097E618DE}" dt="2023-06-06T16:43:17.677" v="1684" actId="26606"/>
          <ac:picMkLst>
            <pc:docMk/>
            <pc:sldMk cId="641571468" sldId="268"/>
            <ac:picMk id="7" creationId="{02AEAFE1-4EB3-7D9D-6E21-B6409EC8A7E2}"/>
          </ac:picMkLst>
        </pc:picChg>
      </pc:sldChg>
      <pc:sldChg chg="addSp delSp modSp new mod setBg">
        <pc:chgData name="Alex Raskin" userId="6a4b7f1b57a1803d" providerId="LiveId" clId="{3B3A67B6-F056-4401-8962-1D8097E618DE}" dt="2023-06-06T18:56:02.457" v="4241" actId="1076"/>
        <pc:sldMkLst>
          <pc:docMk/>
          <pc:sldMk cId="787568549" sldId="269"/>
        </pc:sldMkLst>
        <pc:spChg chg="mod">
          <ac:chgData name="Alex Raskin" userId="6a4b7f1b57a1803d" providerId="LiveId" clId="{3B3A67B6-F056-4401-8962-1D8097E618DE}" dt="2023-06-06T16:59:45.495" v="1821" actId="26606"/>
          <ac:spMkLst>
            <pc:docMk/>
            <pc:sldMk cId="787568549" sldId="269"/>
            <ac:spMk id="2" creationId="{0B4DDD75-7C15-A2BC-0D91-9230636718CC}"/>
          </ac:spMkLst>
        </pc:spChg>
        <pc:spChg chg="mod ord">
          <ac:chgData name="Alex Raskin" userId="6a4b7f1b57a1803d" providerId="LiveId" clId="{3B3A67B6-F056-4401-8962-1D8097E618DE}" dt="2023-06-06T17:00:23.196" v="1846" actId="20577"/>
          <ac:spMkLst>
            <pc:docMk/>
            <pc:sldMk cId="787568549" sldId="269"/>
            <ac:spMk id="3" creationId="{12E078EA-490D-DF5C-2A1D-399E095BD61C}"/>
          </ac:spMkLst>
        </pc:spChg>
        <pc:spChg chg="add del">
          <ac:chgData name="Alex Raskin" userId="6a4b7f1b57a1803d" providerId="LiveId" clId="{3B3A67B6-F056-4401-8962-1D8097E618DE}" dt="2023-06-06T16:58:33.037" v="1702"/>
          <ac:spMkLst>
            <pc:docMk/>
            <pc:sldMk cId="787568549" sldId="269"/>
            <ac:spMk id="5" creationId="{72A13544-72B9-2092-D876-32A6E69AE9B5}"/>
          </ac:spMkLst>
        </pc:spChg>
        <pc:spChg chg="add del">
          <ac:chgData name="Alex Raskin" userId="6a4b7f1b57a1803d" providerId="LiveId" clId="{3B3A67B6-F056-4401-8962-1D8097E618DE}" dt="2023-06-06T16:58:33.037" v="1702"/>
          <ac:spMkLst>
            <pc:docMk/>
            <pc:sldMk cId="787568549" sldId="269"/>
            <ac:spMk id="6" creationId="{F883FC96-BD3D-3ABE-ED77-3AEBFF9C9835}"/>
          </ac:spMkLst>
        </pc:spChg>
        <pc:spChg chg="add del mod">
          <ac:chgData name="Alex Raskin" userId="6a4b7f1b57a1803d" providerId="LiveId" clId="{3B3A67B6-F056-4401-8962-1D8097E618DE}" dt="2023-06-06T17:03:29.461" v="1864" actId="478"/>
          <ac:spMkLst>
            <pc:docMk/>
            <pc:sldMk cId="787568549" sldId="269"/>
            <ac:spMk id="7" creationId="{482AC1A4-8F71-98EC-81EA-CB2DF3DBDD34}"/>
          </ac:spMkLst>
        </pc:spChg>
        <pc:spChg chg="add del mod">
          <ac:chgData name="Alex Raskin" userId="6a4b7f1b57a1803d" providerId="LiveId" clId="{3B3A67B6-F056-4401-8962-1D8097E618DE}" dt="2023-06-06T17:03:26.888" v="1863" actId="478"/>
          <ac:spMkLst>
            <pc:docMk/>
            <pc:sldMk cId="787568549" sldId="269"/>
            <ac:spMk id="8" creationId="{15C2E975-B09C-BAFC-6009-72103E22F7E2}"/>
          </ac:spMkLst>
        </pc:spChg>
        <pc:spChg chg="add">
          <ac:chgData name="Alex Raskin" userId="6a4b7f1b57a1803d" providerId="LiveId" clId="{3B3A67B6-F056-4401-8962-1D8097E618DE}" dt="2023-06-06T16:59:45.495" v="1821" actId="26606"/>
          <ac:spMkLst>
            <pc:docMk/>
            <pc:sldMk cId="787568549" sldId="269"/>
            <ac:spMk id="5127" creationId="{5A0118C5-4F8D-4CF4-BADD-53FEACC6C42A}"/>
          </ac:spMkLst>
        </pc:spChg>
        <pc:spChg chg="add">
          <ac:chgData name="Alex Raskin" userId="6a4b7f1b57a1803d" providerId="LiveId" clId="{3B3A67B6-F056-4401-8962-1D8097E618DE}" dt="2023-06-06T16:59:45.495" v="1821" actId="26606"/>
          <ac:spMkLst>
            <pc:docMk/>
            <pc:sldMk cId="787568549" sldId="269"/>
            <ac:spMk id="5129" creationId="{037C701E-5151-4086-9CF2-7F44AA38A6F5}"/>
          </ac:spMkLst>
        </pc:spChg>
        <pc:spChg chg="add">
          <ac:chgData name="Alex Raskin" userId="6a4b7f1b57a1803d" providerId="LiveId" clId="{3B3A67B6-F056-4401-8962-1D8097E618DE}" dt="2023-06-06T16:59:45.495" v="1821" actId="26606"/>
          <ac:spMkLst>
            <pc:docMk/>
            <pc:sldMk cId="787568549" sldId="269"/>
            <ac:spMk id="5131" creationId="{E656C08E-A84B-4C76-9D3B-46237B5A9751}"/>
          </ac:spMkLst>
        </pc:spChg>
        <pc:grpChg chg="add">
          <ac:chgData name="Alex Raskin" userId="6a4b7f1b57a1803d" providerId="LiveId" clId="{3B3A67B6-F056-4401-8962-1D8097E618DE}" dt="2023-06-06T16:59:45.495" v="1821" actId="26606"/>
          <ac:grpSpMkLst>
            <pc:docMk/>
            <pc:sldMk cId="787568549" sldId="269"/>
            <ac:grpSpMk id="5133" creationId="{72FB3F6E-946C-4B30-8EAA-64FA3056D06D}"/>
          </ac:grpSpMkLst>
        </pc:grpChg>
        <pc:picChg chg="add mod">
          <ac:chgData name="Alex Raskin" userId="6a4b7f1b57a1803d" providerId="LiveId" clId="{3B3A67B6-F056-4401-8962-1D8097E618DE}" dt="2023-06-06T16:59:45.495" v="1821" actId="26606"/>
          <ac:picMkLst>
            <pc:docMk/>
            <pc:sldMk cId="787568549" sldId="269"/>
            <ac:picMk id="4" creationId="{D90C0464-F8D0-6822-6A27-4A71512280AF}"/>
          </ac:picMkLst>
        </pc:picChg>
        <pc:picChg chg="add mod modCrop">
          <ac:chgData name="Alex Raskin" userId="6a4b7f1b57a1803d" providerId="LiveId" clId="{3B3A67B6-F056-4401-8962-1D8097E618DE}" dt="2023-06-06T18:56:02.457" v="4241" actId="1076"/>
          <ac:picMkLst>
            <pc:docMk/>
            <pc:sldMk cId="787568549" sldId="269"/>
            <ac:picMk id="10" creationId="{F3E0664D-2EAB-3E02-9160-51C02F1771D5}"/>
          </ac:picMkLst>
        </pc:picChg>
        <pc:picChg chg="add mod">
          <ac:chgData name="Alex Raskin" userId="6a4b7f1b57a1803d" providerId="LiveId" clId="{3B3A67B6-F056-4401-8962-1D8097E618DE}" dt="2023-06-06T18:56:00.699" v="4240" actId="1076"/>
          <ac:picMkLst>
            <pc:docMk/>
            <pc:sldMk cId="787568549" sldId="269"/>
            <ac:picMk id="5122" creationId="{3F3BF5AB-F7AA-E1F3-822C-FEE6186143AB}"/>
          </ac:picMkLst>
        </pc:picChg>
        <pc:picChg chg="add del">
          <ac:chgData name="Alex Raskin" userId="6a4b7f1b57a1803d" providerId="LiveId" clId="{3B3A67B6-F056-4401-8962-1D8097E618DE}" dt="2023-06-06T16:58:33.037" v="1702"/>
          <ac:picMkLst>
            <pc:docMk/>
            <pc:sldMk cId="787568549" sldId="269"/>
            <ac:picMk id="5123" creationId="{375272A7-B5DB-7A58-0E86-E14E9E6ACA5B}"/>
          </ac:picMkLst>
        </pc:picChg>
      </pc:sldChg>
      <pc:sldChg chg="addSp delSp modSp add mod setBg delDesignElem">
        <pc:chgData name="Alex Raskin" userId="6a4b7f1b57a1803d" providerId="LiveId" clId="{3B3A67B6-F056-4401-8962-1D8097E618DE}" dt="2023-06-06T18:57:02.228" v="4247" actId="20577"/>
        <pc:sldMkLst>
          <pc:docMk/>
          <pc:sldMk cId="1781346744" sldId="270"/>
        </pc:sldMkLst>
        <pc:spChg chg="mod">
          <ac:chgData name="Alex Raskin" userId="6a4b7f1b57a1803d" providerId="LiveId" clId="{3B3A67B6-F056-4401-8962-1D8097E618DE}" dt="2023-06-06T18:56:40.274" v="4244" actId="14100"/>
          <ac:spMkLst>
            <pc:docMk/>
            <pc:sldMk cId="1781346744" sldId="270"/>
            <ac:spMk id="2" creationId="{9FE8BF32-437D-C043-B757-7C2CE52F5965}"/>
          </ac:spMkLst>
        </pc:spChg>
        <pc:spChg chg="mod">
          <ac:chgData name="Alex Raskin" userId="6a4b7f1b57a1803d" providerId="LiveId" clId="{3B3A67B6-F056-4401-8962-1D8097E618DE}" dt="2023-06-06T18:57:02.228" v="4247" actId="20577"/>
          <ac:spMkLst>
            <pc:docMk/>
            <pc:sldMk cId="1781346744" sldId="270"/>
            <ac:spMk id="3" creationId="{36385D5C-48B3-C994-54C3-786A173AD234}"/>
          </ac:spMkLst>
        </pc:spChg>
        <pc:spChg chg="del">
          <ac:chgData name="Alex Raskin" userId="6a4b7f1b57a1803d" providerId="LiveId" clId="{3B3A67B6-F056-4401-8962-1D8097E618DE}" dt="2023-06-06T17:17:28.826" v="2095"/>
          <ac:spMkLst>
            <pc:docMk/>
            <pc:sldMk cId="1781346744" sldId="270"/>
            <ac:spMk id="9" creationId="{201CC55D-ED54-4C5C-95E6-10947BD1103B}"/>
          </ac:spMkLst>
        </pc:spChg>
        <pc:spChg chg="add">
          <ac:chgData name="Alex Raskin" userId="6a4b7f1b57a1803d" providerId="LiveId" clId="{3B3A67B6-F056-4401-8962-1D8097E618DE}" dt="2023-06-06T17:18:59.881" v="2248" actId="26606"/>
          <ac:spMkLst>
            <pc:docMk/>
            <pc:sldMk cId="1781346744" sldId="270"/>
            <ac:spMk id="10" creationId="{04812C46-200A-4DEB-A05E-3ED6C68C2387}"/>
          </ac:spMkLst>
        </pc:spChg>
        <pc:spChg chg="add">
          <ac:chgData name="Alex Raskin" userId="6a4b7f1b57a1803d" providerId="LiveId" clId="{3B3A67B6-F056-4401-8962-1D8097E618DE}" dt="2023-06-06T17:18:59.881" v="2248" actId="26606"/>
          <ac:spMkLst>
            <pc:docMk/>
            <pc:sldMk cId="1781346744" sldId="270"/>
            <ac:spMk id="12" creationId="{D1EA859B-E555-4109-94F3-6700E046E008}"/>
          </ac:spMkLst>
        </pc:spChg>
        <pc:spChg chg="del">
          <ac:chgData name="Alex Raskin" userId="6a4b7f1b57a1803d" providerId="LiveId" clId="{3B3A67B6-F056-4401-8962-1D8097E618DE}" dt="2023-06-06T17:17:28.826" v="2095"/>
          <ac:spMkLst>
            <pc:docMk/>
            <pc:sldMk cId="1781346744" sldId="270"/>
            <ac:spMk id="15" creationId="{3873B707-463F-40B0-8227-E8CC6C67EB25}"/>
          </ac:spMkLst>
        </pc:spChg>
        <pc:spChg chg="del">
          <ac:chgData name="Alex Raskin" userId="6a4b7f1b57a1803d" providerId="LiveId" clId="{3B3A67B6-F056-4401-8962-1D8097E618DE}" dt="2023-06-06T17:17:28.826" v="2095"/>
          <ac:spMkLst>
            <pc:docMk/>
            <pc:sldMk cId="1781346744" sldId="270"/>
            <ac:spMk id="17" creationId="{C13237C8-E62C-4F0D-A318-BD6FB6C2D138}"/>
          </ac:spMkLst>
        </pc:spChg>
        <pc:spChg chg="del">
          <ac:chgData name="Alex Raskin" userId="6a4b7f1b57a1803d" providerId="LiveId" clId="{3B3A67B6-F056-4401-8962-1D8097E618DE}" dt="2023-06-06T17:17:28.826" v="2095"/>
          <ac:spMkLst>
            <pc:docMk/>
            <pc:sldMk cId="1781346744" sldId="270"/>
            <ac:spMk id="19" creationId="{19C9EAEA-39D0-4B0E-A0EB-51E7B26740B1}"/>
          </ac:spMkLst>
        </pc:spChg>
        <pc:grpChg chg="del">
          <ac:chgData name="Alex Raskin" userId="6a4b7f1b57a1803d" providerId="LiveId" clId="{3B3A67B6-F056-4401-8962-1D8097E618DE}" dt="2023-06-06T17:17:28.826" v="2095"/>
          <ac:grpSpMkLst>
            <pc:docMk/>
            <pc:sldMk cId="1781346744" sldId="270"/>
            <ac:grpSpMk id="11" creationId="{1DE889C7-FAD6-4397-98E2-05D503484459}"/>
          </ac:grpSpMkLst>
        </pc:grpChg>
        <pc:picChg chg="del">
          <ac:chgData name="Alex Raskin" userId="6a4b7f1b57a1803d" providerId="LiveId" clId="{3B3A67B6-F056-4401-8962-1D8097E618DE}" dt="2023-06-06T17:18:37.241" v="2245" actId="478"/>
          <ac:picMkLst>
            <pc:docMk/>
            <pc:sldMk cId="1781346744" sldId="270"/>
            <ac:picMk id="4" creationId="{3F9193A4-ECEF-0505-49EF-41EDF29A0BDF}"/>
          </ac:picMkLst>
        </pc:picChg>
        <pc:picChg chg="add mod ord">
          <ac:chgData name="Alex Raskin" userId="6a4b7f1b57a1803d" providerId="LiveId" clId="{3B3A67B6-F056-4401-8962-1D8097E618DE}" dt="2023-06-06T17:18:59.881" v="2248" actId="26606"/>
          <ac:picMkLst>
            <pc:docMk/>
            <pc:sldMk cId="1781346744" sldId="270"/>
            <ac:picMk id="5" creationId="{3D754C86-A5AF-9B13-6E5F-148A5AB48B5D}"/>
          </ac:picMkLst>
        </pc:picChg>
        <pc:picChg chg="add del mod modCrop">
          <ac:chgData name="Alex Raskin" userId="6a4b7f1b57a1803d" providerId="LiveId" clId="{3B3A67B6-F056-4401-8962-1D8097E618DE}" dt="2023-06-06T17:26:04.137" v="2583" actId="478"/>
          <ac:picMkLst>
            <pc:docMk/>
            <pc:sldMk cId="1781346744" sldId="270"/>
            <ac:picMk id="7" creationId="{B3004E89-7E32-F2F9-8C5F-68405C64D4F4}"/>
          </ac:picMkLst>
        </pc:picChg>
        <pc:picChg chg="add del mod">
          <ac:chgData name="Alex Raskin" userId="6a4b7f1b57a1803d" providerId="LiveId" clId="{3B3A67B6-F056-4401-8962-1D8097E618DE}" dt="2023-06-06T17:26:14.245" v="2590" actId="478"/>
          <ac:picMkLst>
            <pc:docMk/>
            <pc:sldMk cId="1781346744" sldId="270"/>
            <ac:picMk id="14" creationId="{FC5CB0F1-C659-1158-920D-4E1262ED9A25}"/>
          </ac:picMkLst>
        </pc:picChg>
        <pc:picChg chg="add mod">
          <ac:chgData name="Alex Raskin" userId="6a4b7f1b57a1803d" providerId="LiveId" clId="{3B3A67B6-F056-4401-8962-1D8097E618DE}" dt="2023-06-06T17:26:55.926" v="2601" actId="1076"/>
          <ac:picMkLst>
            <pc:docMk/>
            <pc:sldMk cId="1781346744" sldId="270"/>
            <ac:picMk id="18" creationId="{655019AD-7CF1-ED57-B440-34CCF5A5BB95}"/>
          </ac:picMkLst>
        </pc:picChg>
      </pc:sldChg>
      <pc:sldChg chg="addSp delSp modSp add mod setBg delDesignElem">
        <pc:chgData name="Alex Raskin" userId="6a4b7f1b57a1803d" providerId="LiveId" clId="{3B3A67B6-F056-4401-8962-1D8097E618DE}" dt="2023-06-06T18:57:13.882" v="4248" actId="20577"/>
        <pc:sldMkLst>
          <pc:docMk/>
          <pc:sldMk cId="782777574" sldId="271"/>
        </pc:sldMkLst>
        <pc:spChg chg="mod">
          <ac:chgData name="Alex Raskin" userId="6a4b7f1b57a1803d" providerId="LiveId" clId="{3B3A67B6-F056-4401-8962-1D8097E618DE}" dt="2023-06-06T17:34:15.429" v="2891" actId="26606"/>
          <ac:spMkLst>
            <pc:docMk/>
            <pc:sldMk cId="782777574" sldId="271"/>
            <ac:spMk id="2" creationId="{9FE8BF32-437D-C043-B757-7C2CE52F5965}"/>
          </ac:spMkLst>
        </pc:spChg>
        <pc:spChg chg="mod ord">
          <ac:chgData name="Alex Raskin" userId="6a4b7f1b57a1803d" providerId="LiveId" clId="{3B3A67B6-F056-4401-8962-1D8097E618DE}" dt="2023-06-06T18:57:13.882" v="4248" actId="20577"/>
          <ac:spMkLst>
            <pc:docMk/>
            <pc:sldMk cId="782777574" sldId="271"/>
            <ac:spMk id="3" creationId="{36385D5C-48B3-C994-54C3-786A173AD234}"/>
          </ac:spMkLst>
        </pc:spChg>
        <pc:spChg chg="add mod">
          <ac:chgData name="Alex Raskin" userId="6a4b7f1b57a1803d" providerId="LiveId" clId="{3B3A67B6-F056-4401-8962-1D8097E618DE}" dt="2023-06-06T17:36:29.587" v="2915" actId="1076"/>
          <ac:spMkLst>
            <pc:docMk/>
            <pc:sldMk cId="782777574" sldId="271"/>
            <ac:spMk id="8" creationId="{93F09A29-B0A8-1A57-227C-3F0CEEAD9A9C}"/>
          </ac:spMkLst>
        </pc:spChg>
        <pc:spChg chg="add del">
          <ac:chgData name="Alex Raskin" userId="6a4b7f1b57a1803d" providerId="LiveId" clId="{3B3A67B6-F056-4401-8962-1D8097E618DE}" dt="2023-06-06T17:33:59.148" v="2890" actId="26606"/>
          <ac:spMkLst>
            <pc:docMk/>
            <pc:sldMk cId="782777574" sldId="271"/>
            <ac:spMk id="9" creationId="{E36BB3C5-822B-45E1-A81E-5CC3176C61A1}"/>
          </ac:spMkLst>
        </pc:spChg>
        <pc:spChg chg="del">
          <ac:chgData name="Alex Raskin" userId="6a4b7f1b57a1803d" providerId="LiveId" clId="{3B3A67B6-F056-4401-8962-1D8097E618DE}" dt="2023-06-06T17:27:55.070" v="2607"/>
          <ac:spMkLst>
            <pc:docMk/>
            <pc:sldMk cId="782777574" sldId="271"/>
            <ac:spMk id="10" creationId="{04812C46-200A-4DEB-A05E-3ED6C68C2387}"/>
          </ac:spMkLst>
        </pc:spChg>
        <pc:spChg chg="add del">
          <ac:chgData name="Alex Raskin" userId="6a4b7f1b57a1803d" providerId="LiveId" clId="{3B3A67B6-F056-4401-8962-1D8097E618DE}" dt="2023-06-06T17:33:59.148" v="2890" actId="26606"/>
          <ac:spMkLst>
            <pc:docMk/>
            <pc:sldMk cId="782777574" sldId="271"/>
            <ac:spMk id="11" creationId="{0DBB7B12-4298-4CFB-B539-44A91C930328}"/>
          </ac:spMkLst>
        </pc:spChg>
        <pc:spChg chg="del">
          <ac:chgData name="Alex Raskin" userId="6a4b7f1b57a1803d" providerId="LiveId" clId="{3B3A67B6-F056-4401-8962-1D8097E618DE}" dt="2023-06-06T17:27:55.070" v="2607"/>
          <ac:spMkLst>
            <pc:docMk/>
            <pc:sldMk cId="782777574" sldId="271"/>
            <ac:spMk id="12" creationId="{D1EA859B-E555-4109-94F3-6700E046E008}"/>
          </ac:spMkLst>
        </pc:spChg>
        <pc:spChg chg="add">
          <ac:chgData name="Alex Raskin" userId="6a4b7f1b57a1803d" providerId="LiveId" clId="{3B3A67B6-F056-4401-8962-1D8097E618DE}" dt="2023-06-06T17:34:15.429" v="2891" actId="26606"/>
          <ac:spMkLst>
            <pc:docMk/>
            <pc:sldMk cId="782777574" sldId="271"/>
            <ac:spMk id="13" creationId="{41AB65AE-A08D-4F43-8E53-5F1B8D842438}"/>
          </ac:spMkLst>
        </pc:spChg>
        <pc:spChg chg="add del">
          <ac:chgData name="Alex Raskin" userId="6a4b7f1b57a1803d" providerId="LiveId" clId="{3B3A67B6-F056-4401-8962-1D8097E618DE}" dt="2023-06-06T17:33:59.148" v="2890" actId="26606"/>
          <ac:spMkLst>
            <pc:docMk/>
            <pc:sldMk cId="782777574" sldId="271"/>
            <ac:spMk id="14" creationId="{FB39ECA9-4CDE-4883-98E8-287E905E9F07}"/>
          </ac:spMkLst>
        </pc:spChg>
        <pc:spChg chg="add del">
          <ac:chgData name="Alex Raskin" userId="6a4b7f1b57a1803d" providerId="LiveId" clId="{3B3A67B6-F056-4401-8962-1D8097E618DE}" dt="2023-06-06T17:33:59.148" v="2890" actId="26606"/>
          <ac:spMkLst>
            <pc:docMk/>
            <pc:sldMk cId="782777574" sldId="271"/>
            <ac:spMk id="16" creationId="{A67483D0-BAEB-4927-88AD-76F5DA8468DE}"/>
          </ac:spMkLst>
        </pc:spChg>
        <pc:picChg chg="add mod">
          <ac:chgData name="Alex Raskin" userId="6a4b7f1b57a1803d" providerId="LiveId" clId="{3B3A67B6-F056-4401-8962-1D8097E618DE}" dt="2023-06-06T17:34:15.429" v="2891" actId="26606"/>
          <ac:picMkLst>
            <pc:docMk/>
            <pc:sldMk cId="782777574" sldId="271"/>
            <ac:picMk id="4" creationId="{04F1182A-69E2-D526-F99F-1114469DA3E5}"/>
          </ac:picMkLst>
        </pc:picChg>
        <pc:picChg chg="del">
          <ac:chgData name="Alex Raskin" userId="6a4b7f1b57a1803d" providerId="LiveId" clId="{3B3A67B6-F056-4401-8962-1D8097E618DE}" dt="2023-06-06T17:27:58.978" v="2609" actId="478"/>
          <ac:picMkLst>
            <pc:docMk/>
            <pc:sldMk cId="782777574" sldId="271"/>
            <ac:picMk id="5" creationId="{3D754C86-A5AF-9B13-6E5F-148A5AB48B5D}"/>
          </ac:picMkLst>
        </pc:picChg>
        <pc:picChg chg="add mod ord">
          <ac:chgData name="Alex Raskin" userId="6a4b7f1b57a1803d" providerId="LiveId" clId="{3B3A67B6-F056-4401-8962-1D8097E618DE}" dt="2023-06-06T17:34:15.429" v="2891" actId="26606"/>
          <ac:picMkLst>
            <pc:docMk/>
            <pc:sldMk cId="782777574" sldId="271"/>
            <ac:picMk id="7" creationId="{36009494-7301-147F-B0C9-E238D01320B2}"/>
          </ac:picMkLst>
        </pc:picChg>
        <pc:picChg chg="del">
          <ac:chgData name="Alex Raskin" userId="6a4b7f1b57a1803d" providerId="LiveId" clId="{3B3A67B6-F056-4401-8962-1D8097E618DE}" dt="2023-06-06T17:27:57.087" v="2608" actId="478"/>
          <ac:picMkLst>
            <pc:docMk/>
            <pc:sldMk cId="782777574" sldId="271"/>
            <ac:picMk id="18" creationId="{655019AD-7CF1-ED57-B440-34CCF5A5BB95}"/>
          </ac:picMkLst>
        </pc:picChg>
      </pc:sldChg>
      <pc:sldChg chg="addSp delSp modSp new mod setBg">
        <pc:chgData name="Alex Raskin" userId="6a4b7f1b57a1803d" providerId="LiveId" clId="{3B3A67B6-F056-4401-8962-1D8097E618DE}" dt="2023-06-06T17:56:44.345" v="3208" actId="20577"/>
        <pc:sldMkLst>
          <pc:docMk/>
          <pc:sldMk cId="462857138" sldId="272"/>
        </pc:sldMkLst>
        <pc:spChg chg="mod">
          <ac:chgData name="Alex Raskin" userId="6a4b7f1b57a1803d" providerId="LiveId" clId="{3B3A67B6-F056-4401-8962-1D8097E618DE}" dt="2023-06-06T17:56:44.345" v="3208" actId="20577"/>
          <ac:spMkLst>
            <pc:docMk/>
            <pc:sldMk cId="462857138" sldId="272"/>
            <ac:spMk id="2" creationId="{0B0787F8-2951-C320-D7EA-96B21E686464}"/>
          </ac:spMkLst>
        </pc:spChg>
        <pc:spChg chg="del">
          <ac:chgData name="Alex Raskin" userId="6a4b7f1b57a1803d" providerId="LiveId" clId="{3B3A67B6-F056-4401-8962-1D8097E618DE}" dt="2023-06-06T17:37:58.406" v="2956"/>
          <ac:spMkLst>
            <pc:docMk/>
            <pc:sldMk cId="462857138" sldId="272"/>
            <ac:spMk id="3" creationId="{C5430EA3-B5C1-42CB-EFCA-0F28ACDF912A}"/>
          </ac:spMkLst>
        </pc:spChg>
        <pc:spChg chg="add">
          <ac:chgData name="Alex Raskin" userId="6a4b7f1b57a1803d" providerId="LiveId" clId="{3B3A67B6-F056-4401-8962-1D8097E618DE}" dt="2023-06-06T17:38:05.262" v="2957" actId="26606"/>
          <ac:spMkLst>
            <pc:docMk/>
            <pc:sldMk cId="462857138" sldId="272"/>
            <ac:spMk id="9" creationId="{A8384FB5-9ADC-4DDC-881B-597D56F5B15D}"/>
          </ac:spMkLst>
        </pc:spChg>
        <pc:spChg chg="add">
          <ac:chgData name="Alex Raskin" userId="6a4b7f1b57a1803d" providerId="LiveId" clId="{3B3A67B6-F056-4401-8962-1D8097E618DE}" dt="2023-06-06T17:38:05.262" v="2957" actId="26606"/>
          <ac:spMkLst>
            <pc:docMk/>
            <pc:sldMk cId="462857138" sldId="272"/>
            <ac:spMk id="11" creationId="{1199E1B1-A8C0-4FE8-A5A8-1CB41D69F857}"/>
          </ac:spMkLst>
        </pc:spChg>
        <pc:spChg chg="add">
          <ac:chgData name="Alex Raskin" userId="6a4b7f1b57a1803d" providerId="LiveId" clId="{3B3A67B6-F056-4401-8962-1D8097E618DE}" dt="2023-06-06T17:38:05.262" v="2957" actId="26606"/>
          <ac:spMkLst>
            <pc:docMk/>
            <pc:sldMk cId="462857138" sldId="272"/>
            <ac:spMk id="13" creationId="{84A8DE83-DE75-4B41-9DB4-A7EC0B0DEC0B}"/>
          </ac:spMkLst>
        </pc:spChg>
        <pc:spChg chg="add">
          <ac:chgData name="Alex Raskin" userId="6a4b7f1b57a1803d" providerId="LiveId" clId="{3B3A67B6-F056-4401-8962-1D8097E618DE}" dt="2023-06-06T17:38:05.262" v="2957" actId="26606"/>
          <ac:spMkLst>
            <pc:docMk/>
            <pc:sldMk cId="462857138" sldId="272"/>
            <ac:spMk id="15" creationId="{A7009A0A-BEF5-4EAC-AF15-E4F9F002E239}"/>
          </ac:spMkLst>
        </pc:spChg>
        <pc:picChg chg="add mod">
          <ac:chgData name="Alex Raskin" userId="6a4b7f1b57a1803d" providerId="LiveId" clId="{3B3A67B6-F056-4401-8962-1D8097E618DE}" dt="2023-06-06T17:38:13.778" v="2959" actId="14100"/>
          <ac:picMkLst>
            <pc:docMk/>
            <pc:sldMk cId="462857138" sldId="272"/>
            <ac:picMk id="4" creationId="{91AD63D3-F30E-6CF4-8A26-9715821B16B0}"/>
          </ac:picMkLst>
        </pc:picChg>
      </pc:sldChg>
      <pc:sldChg chg="addSp delSp modSp new mod setBg setClrOvrMap">
        <pc:chgData name="Alex Raskin" userId="6a4b7f1b57a1803d" providerId="LiveId" clId="{3B3A67B6-F056-4401-8962-1D8097E618DE}" dt="2023-06-06T17:44:08.138" v="2994" actId="26606"/>
        <pc:sldMkLst>
          <pc:docMk/>
          <pc:sldMk cId="1423760337" sldId="273"/>
        </pc:sldMkLst>
        <pc:spChg chg="del">
          <ac:chgData name="Alex Raskin" userId="6a4b7f1b57a1803d" providerId="LiveId" clId="{3B3A67B6-F056-4401-8962-1D8097E618DE}" dt="2023-06-06T17:43:02.705" v="2961" actId="478"/>
          <ac:spMkLst>
            <pc:docMk/>
            <pc:sldMk cId="1423760337" sldId="273"/>
            <ac:spMk id="2" creationId="{C77FDAA7-1062-3689-F158-3B29FA25F3A5}"/>
          </ac:spMkLst>
        </pc:spChg>
        <pc:spChg chg="del">
          <ac:chgData name="Alex Raskin" userId="6a4b7f1b57a1803d" providerId="LiveId" clId="{3B3A67B6-F056-4401-8962-1D8097E618DE}" dt="2023-06-06T17:43:04.410" v="2962"/>
          <ac:spMkLst>
            <pc:docMk/>
            <pc:sldMk cId="1423760337" sldId="273"/>
            <ac:spMk id="3" creationId="{18B8A8E8-78EC-E12B-E823-8AF8EFC8EC45}"/>
          </ac:spMkLst>
        </pc:spChg>
        <pc:spChg chg="add mod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5" creationId="{AEFF800E-50A5-B876-3B68-0FEE4363EE16}"/>
          </ac:spMkLst>
        </pc:spChg>
        <pc:spChg chg="add del">
          <ac:chgData name="Alex Raskin" userId="6a4b7f1b57a1803d" providerId="LiveId" clId="{3B3A67B6-F056-4401-8962-1D8097E618DE}" dt="2023-06-06T17:43:14.172" v="2964" actId="26606"/>
          <ac:spMkLst>
            <pc:docMk/>
            <pc:sldMk cId="1423760337" sldId="273"/>
            <ac:spMk id="9" creationId="{AB8C311F-7253-4AED-9701-7FC0708C41C7}"/>
          </ac:spMkLst>
        </pc:spChg>
        <pc:spChg chg="add del">
          <ac:chgData name="Alex Raskin" userId="6a4b7f1b57a1803d" providerId="LiveId" clId="{3B3A67B6-F056-4401-8962-1D8097E618DE}" dt="2023-06-06T17:43:14.172" v="2964" actId="26606"/>
          <ac:spMkLst>
            <pc:docMk/>
            <pc:sldMk cId="1423760337" sldId="273"/>
            <ac:spMk id="11" creationId="{FD073016-B734-483B-8953-5BADEE145112}"/>
          </ac:spMkLst>
        </pc:spChg>
        <pc:spChg chg="add del">
          <ac:chgData name="Alex Raskin" userId="6a4b7f1b57a1803d" providerId="LiveId" clId="{3B3A67B6-F056-4401-8962-1D8097E618DE}" dt="2023-06-06T17:43:14.172" v="2964" actId="26606"/>
          <ac:spMkLst>
            <pc:docMk/>
            <pc:sldMk cId="1423760337" sldId="273"/>
            <ac:spMk id="13" creationId="{90A7EAB6-59D3-4325-8DE6-E0CA4009CE53}"/>
          </ac:spMkLst>
        </pc:spChg>
        <pc:spChg chg="add del">
          <ac:chgData name="Alex Raskin" userId="6a4b7f1b57a1803d" providerId="LiveId" clId="{3B3A67B6-F056-4401-8962-1D8097E618DE}" dt="2023-06-06T17:43:14.172" v="2964" actId="26606"/>
          <ac:spMkLst>
            <pc:docMk/>
            <pc:sldMk cId="1423760337" sldId="273"/>
            <ac:spMk id="15" creationId="{A8D57A06-A426-446D-B02C-A2DC6B62E45E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17" creationId="{9A97C86A-04D6-40F7-AE84-31AB43E6A846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18" creationId="{F3060C83-F051-4F0E-ABAD-AA0DFC48B218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19" creationId="{FF9F2414-84E8-453E-B1F3-389FDE8192D9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20" creationId="{83C98ABE-055B-441F-B07E-44F97F083C39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21" creationId="{3ECA69A1-7536-43AC-85EF-C7106179F5ED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22" creationId="{29FDB030-9B49-4CED-8CCD-4D99382388AC}"/>
          </ac:spMkLst>
        </pc:spChg>
        <pc:spChg chg="add del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23" creationId="{3783CA14-24A1-485C-8B30-D6A5D87987AD}"/>
          </ac:spMkLst>
        </pc:spChg>
        <pc:spChg chg="add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28" creationId="{A8384FB5-9ADC-4DDC-881B-597D56F5B15D}"/>
          </ac:spMkLst>
        </pc:spChg>
        <pc:spChg chg="add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30" creationId="{91E5A9A7-95C6-4F4F-B00E-C82E07FE62EF}"/>
          </ac:spMkLst>
        </pc:spChg>
        <pc:spChg chg="add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32" creationId="{D07DD2DE-F619-49DD-B5E7-03A290FF4ED1}"/>
          </ac:spMkLst>
        </pc:spChg>
        <pc:spChg chg="add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34" creationId="{85149191-5F60-4A28-AAFF-039F96B0F3EC}"/>
          </ac:spMkLst>
        </pc:spChg>
        <pc:spChg chg="add">
          <ac:chgData name="Alex Raskin" userId="6a4b7f1b57a1803d" providerId="LiveId" clId="{3B3A67B6-F056-4401-8962-1D8097E618DE}" dt="2023-06-06T17:44:08.138" v="2994" actId="26606"/>
          <ac:spMkLst>
            <pc:docMk/>
            <pc:sldMk cId="1423760337" sldId="273"/>
            <ac:spMk id="36" creationId="{F8260ED5-17F7-4158-B241-D51DD4CF1B7E}"/>
          </ac:spMkLst>
        </pc:spChg>
        <pc:picChg chg="add mod ord">
          <ac:chgData name="Alex Raskin" userId="6a4b7f1b57a1803d" providerId="LiveId" clId="{3B3A67B6-F056-4401-8962-1D8097E618DE}" dt="2023-06-06T17:44:08.138" v="2994" actId="26606"/>
          <ac:picMkLst>
            <pc:docMk/>
            <pc:sldMk cId="1423760337" sldId="273"/>
            <ac:picMk id="4" creationId="{6D05BEAE-3898-BCD7-0480-D3E34BCF19A1}"/>
          </ac:picMkLst>
        </pc:picChg>
      </pc:sldChg>
      <pc:sldChg chg="addSp delSp modSp add del mod setBg delDesignElem">
        <pc:chgData name="Alex Raskin" userId="6a4b7f1b57a1803d" providerId="LiveId" clId="{3B3A67B6-F056-4401-8962-1D8097E618DE}" dt="2023-06-06T17:44:55.940" v="3001"/>
        <pc:sldMkLst>
          <pc:docMk/>
          <pc:sldMk cId="3796268859" sldId="274"/>
        </pc:sldMkLst>
        <pc:spChg chg="add del">
          <ac:chgData name="Alex Raskin" userId="6a4b7f1b57a1803d" providerId="LiveId" clId="{3B3A67B6-F056-4401-8962-1D8097E618DE}" dt="2023-06-06T17:44:54.988" v="3000" actId="478"/>
          <ac:spMkLst>
            <pc:docMk/>
            <pc:sldMk cId="3796268859" sldId="274"/>
            <ac:spMk id="2" creationId="{0B0787F8-2951-C320-D7EA-96B21E686464}"/>
          </ac:spMkLst>
        </pc:spChg>
        <pc:spChg chg="add del mod">
          <ac:chgData name="Alex Raskin" userId="6a4b7f1b57a1803d" providerId="LiveId" clId="{3B3A67B6-F056-4401-8962-1D8097E618DE}" dt="2023-06-06T17:44:54.988" v="3000" actId="478"/>
          <ac:spMkLst>
            <pc:docMk/>
            <pc:sldMk cId="3796268859" sldId="274"/>
            <ac:spMk id="5" creationId="{BE573E58-616E-11EE-C5A6-AD7F0A9DD1B0}"/>
          </ac:spMkLst>
        </pc:spChg>
        <pc:spChg chg="add del">
          <ac:chgData name="Alex Raskin" userId="6a4b7f1b57a1803d" providerId="LiveId" clId="{3B3A67B6-F056-4401-8962-1D8097E618DE}" dt="2023-06-06T17:44:55.940" v="3001"/>
          <ac:spMkLst>
            <pc:docMk/>
            <pc:sldMk cId="3796268859" sldId="274"/>
            <ac:spMk id="9" creationId="{A8384FB5-9ADC-4DDC-881B-597D56F5B15D}"/>
          </ac:spMkLst>
        </pc:spChg>
        <pc:spChg chg="add del">
          <ac:chgData name="Alex Raskin" userId="6a4b7f1b57a1803d" providerId="LiveId" clId="{3B3A67B6-F056-4401-8962-1D8097E618DE}" dt="2023-06-06T17:44:55.940" v="3001"/>
          <ac:spMkLst>
            <pc:docMk/>
            <pc:sldMk cId="3796268859" sldId="274"/>
            <ac:spMk id="11" creationId="{1199E1B1-A8C0-4FE8-A5A8-1CB41D69F857}"/>
          </ac:spMkLst>
        </pc:spChg>
        <pc:spChg chg="add del">
          <ac:chgData name="Alex Raskin" userId="6a4b7f1b57a1803d" providerId="LiveId" clId="{3B3A67B6-F056-4401-8962-1D8097E618DE}" dt="2023-06-06T17:44:55.940" v="3001"/>
          <ac:spMkLst>
            <pc:docMk/>
            <pc:sldMk cId="3796268859" sldId="274"/>
            <ac:spMk id="13" creationId="{84A8DE83-DE75-4B41-9DB4-A7EC0B0DEC0B}"/>
          </ac:spMkLst>
        </pc:spChg>
        <pc:spChg chg="add del">
          <ac:chgData name="Alex Raskin" userId="6a4b7f1b57a1803d" providerId="LiveId" clId="{3B3A67B6-F056-4401-8962-1D8097E618DE}" dt="2023-06-06T17:44:55.940" v="3001"/>
          <ac:spMkLst>
            <pc:docMk/>
            <pc:sldMk cId="3796268859" sldId="274"/>
            <ac:spMk id="15" creationId="{A7009A0A-BEF5-4EAC-AF15-E4F9F002E239}"/>
          </ac:spMkLst>
        </pc:spChg>
      </pc:sldChg>
      <pc:sldChg chg="addSp delSp add mod setBg delDesignElem">
        <pc:chgData name="Alex Raskin" userId="6a4b7f1b57a1803d" providerId="LiveId" clId="{3B3A67B6-F056-4401-8962-1D8097E618DE}" dt="2023-06-06T17:45:04.426" v="3004" actId="26606"/>
        <pc:sldMkLst>
          <pc:docMk/>
          <pc:sldMk cId="4177245723" sldId="274"/>
        </pc:sldMkLst>
        <pc:spChg chg="add">
          <ac:chgData name="Alex Raskin" userId="6a4b7f1b57a1803d" providerId="LiveId" clId="{3B3A67B6-F056-4401-8962-1D8097E618DE}" dt="2023-06-06T17:45:04.426" v="3004" actId="26606"/>
          <ac:spMkLst>
            <pc:docMk/>
            <pc:sldMk cId="4177245723" sldId="274"/>
            <ac:spMk id="6" creationId="{A8384FB5-9ADC-4DDC-881B-597D56F5B15D}"/>
          </ac:spMkLst>
        </pc:spChg>
        <pc:spChg chg="add">
          <ac:chgData name="Alex Raskin" userId="6a4b7f1b57a1803d" providerId="LiveId" clId="{3B3A67B6-F056-4401-8962-1D8097E618DE}" dt="2023-06-06T17:45:04.426" v="3004" actId="26606"/>
          <ac:spMkLst>
            <pc:docMk/>
            <pc:sldMk cId="4177245723" sldId="274"/>
            <ac:spMk id="7" creationId="{1199E1B1-A8C0-4FE8-A5A8-1CB41D69F857}"/>
          </ac:spMkLst>
        </pc:spChg>
        <pc:spChg chg="add">
          <ac:chgData name="Alex Raskin" userId="6a4b7f1b57a1803d" providerId="LiveId" clId="{3B3A67B6-F056-4401-8962-1D8097E618DE}" dt="2023-06-06T17:45:04.426" v="3004" actId="26606"/>
          <ac:spMkLst>
            <pc:docMk/>
            <pc:sldMk cId="4177245723" sldId="274"/>
            <ac:spMk id="8" creationId="{84A8DE83-DE75-4B41-9DB4-A7EC0B0DEC0B}"/>
          </ac:spMkLst>
        </pc:spChg>
        <pc:spChg chg="del">
          <ac:chgData name="Alex Raskin" userId="6a4b7f1b57a1803d" providerId="LiveId" clId="{3B3A67B6-F056-4401-8962-1D8097E618DE}" dt="2023-06-06T17:44:57.849" v="3003"/>
          <ac:spMkLst>
            <pc:docMk/>
            <pc:sldMk cId="4177245723" sldId="274"/>
            <ac:spMk id="9" creationId="{A8384FB5-9ADC-4DDC-881B-597D56F5B15D}"/>
          </ac:spMkLst>
        </pc:spChg>
        <pc:spChg chg="add">
          <ac:chgData name="Alex Raskin" userId="6a4b7f1b57a1803d" providerId="LiveId" clId="{3B3A67B6-F056-4401-8962-1D8097E618DE}" dt="2023-06-06T17:45:04.426" v="3004" actId="26606"/>
          <ac:spMkLst>
            <pc:docMk/>
            <pc:sldMk cId="4177245723" sldId="274"/>
            <ac:spMk id="10" creationId="{A7009A0A-BEF5-4EAC-AF15-E4F9F002E239}"/>
          </ac:spMkLst>
        </pc:spChg>
        <pc:spChg chg="del">
          <ac:chgData name="Alex Raskin" userId="6a4b7f1b57a1803d" providerId="LiveId" clId="{3B3A67B6-F056-4401-8962-1D8097E618DE}" dt="2023-06-06T17:44:57.849" v="3003"/>
          <ac:spMkLst>
            <pc:docMk/>
            <pc:sldMk cId="4177245723" sldId="274"/>
            <ac:spMk id="11" creationId="{1199E1B1-A8C0-4FE8-A5A8-1CB41D69F857}"/>
          </ac:spMkLst>
        </pc:spChg>
        <pc:spChg chg="del">
          <ac:chgData name="Alex Raskin" userId="6a4b7f1b57a1803d" providerId="LiveId" clId="{3B3A67B6-F056-4401-8962-1D8097E618DE}" dt="2023-06-06T17:44:57.849" v="3003"/>
          <ac:spMkLst>
            <pc:docMk/>
            <pc:sldMk cId="4177245723" sldId="274"/>
            <ac:spMk id="13" creationId="{84A8DE83-DE75-4B41-9DB4-A7EC0B0DEC0B}"/>
          </ac:spMkLst>
        </pc:spChg>
        <pc:spChg chg="del">
          <ac:chgData name="Alex Raskin" userId="6a4b7f1b57a1803d" providerId="LiveId" clId="{3B3A67B6-F056-4401-8962-1D8097E618DE}" dt="2023-06-06T17:44:57.849" v="3003"/>
          <ac:spMkLst>
            <pc:docMk/>
            <pc:sldMk cId="4177245723" sldId="274"/>
            <ac:spMk id="15" creationId="{A7009A0A-BEF5-4EAC-AF15-E4F9F002E239}"/>
          </ac:spMkLst>
        </pc:spChg>
      </pc:sldChg>
      <pc:sldChg chg="addSp delSp modSp new mod setBg">
        <pc:chgData name="Alex Raskin" userId="6a4b7f1b57a1803d" providerId="LiveId" clId="{3B3A67B6-F056-4401-8962-1D8097E618DE}" dt="2023-06-06T18:57:33.082" v="4250" actId="20577"/>
        <pc:sldMkLst>
          <pc:docMk/>
          <pc:sldMk cId="2348527003" sldId="275"/>
        </pc:sldMkLst>
        <pc:spChg chg="mod">
          <ac:chgData name="Alex Raskin" userId="6a4b7f1b57a1803d" providerId="LiveId" clId="{3B3A67B6-F056-4401-8962-1D8097E618DE}" dt="2023-06-06T18:57:33.082" v="4250" actId="20577"/>
          <ac:spMkLst>
            <pc:docMk/>
            <pc:sldMk cId="2348527003" sldId="275"/>
            <ac:spMk id="2" creationId="{BC6F0A6C-90A5-DC2B-D4DE-FE38D99AFB1A}"/>
          </ac:spMkLst>
        </pc:spChg>
        <pc:spChg chg="del">
          <ac:chgData name="Alex Raskin" userId="6a4b7f1b57a1803d" providerId="LiveId" clId="{3B3A67B6-F056-4401-8962-1D8097E618DE}" dt="2023-06-06T17:49:37.677" v="3026"/>
          <ac:spMkLst>
            <pc:docMk/>
            <pc:sldMk cId="2348527003" sldId="275"/>
            <ac:spMk id="3" creationId="{50A6231C-9813-6FC9-225D-FF307E163CE1}"/>
          </ac:spMkLst>
        </pc:spChg>
        <pc:spChg chg="add del">
          <ac:chgData name="Alex Raskin" userId="6a4b7f1b57a1803d" providerId="LiveId" clId="{3B3A67B6-F056-4401-8962-1D8097E618DE}" dt="2023-06-06T17:50:05.085" v="3028" actId="26606"/>
          <ac:spMkLst>
            <pc:docMk/>
            <pc:sldMk cId="2348527003" sldId="275"/>
            <ac:spMk id="9" creationId="{D4771268-CB57-404A-9271-370EB28F6090}"/>
          </ac:spMkLst>
        </pc:spChg>
        <pc:spChg chg="add mod">
          <ac:chgData name="Alex Raskin" userId="6a4b7f1b57a1803d" providerId="LiveId" clId="{3B3A67B6-F056-4401-8962-1D8097E618DE}" dt="2023-06-06T17:51:25.760" v="3200" actId="255"/>
          <ac:spMkLst>
            <pc:docMk/>
            <pc:sldMk cId="2348527003" sldId="275"/>
            <ac:spMk id="13" creationId="{A65CEDAF-CB50-BF10-0DA7-A3427590A165}"/>
          </ac:spMkLst>
        </pc:spChg>
        <pc:spChg chg="add">
          <ac:chgData name="Alex Raskin" userId="6a4b7f1b57a1803d" providerId="LiveId" clId="{3B3A67B6-F056-4401-8962-1D8097E618DE}" dt="2023-06-06T17:50:05.085" v="3028" actId="26606"/>
          <ac:spMkLst>
            <pc:docMk/>
            <pc:sldMk cId="2348527003" sldId="275"/>
            <ac:spMk id="16" creationId="{E8A8EAB8-D2FF-444D-B34B-7D32F106AD0E}"/>
          </ac:spMkLst>
        </pc:spChg>
        <pc:picChg chg="add mod">
          <ac:chgData name="Alex Raskin" userId="6a4b7f1b57a1803d" providerId="LiveId" clId="{3B3A67B6-F056-4401-8962-1D8097E618DE}" dt="2023-06-06T17:50:05.085" v="3028" actId="26606"/>
          <ac:picMkLst>
            <pc:docMk/>
            <pc:sldMk cId="2348527003" sldId="275"/>
            <ac:picMk id="4" creationId="{A016503F-141E-E5CC-E20E-29C261416DF8}"/>
          </ac:picMkLst>
        </pc:picChg>
        <pc:cxnChg chg="add">
          <ac:chgData name="Alex Raskin" userId="6a4b7f1b57a1803d" providerId="LiveId" clId="{3B3A67B6-F056-4401-8962-1D8097E618DE}" dt="2023-06-06T17:50:05.085" v="3028" actId="26606"/>
          <ac:cxnSpMkLst>
            <pc:docMk/>
            <pc:sldMk cId="2348527003" sldId="275"/>
            <ac:cxnSpMk id="18" creationId="{EEA38897-7BA3-4408-8083-3235339C4A60}"/>
          </ac:cxnSpMkLst>
        </pc:cxnChg>
        <pc:cxnChg chg="add">
          <ac:chgData name="Alex Raskin" userId="6a4b7f1b57a1803d" providerId="LiveId" clId="{3B3A67B6-F056-4401-8962-1D8097E618DE}" dt="2023-06-06T17:50:05.085" v="3028" actId="26606"/>
          <ac:cxnSpMkLst>
            <pc:docMk/>
            <pc:sldMk cId="2348527003" sldId="275"/>
            <ac:cxnSpMk id="20" creationId="{F11AD06B-AB20-4097-8606-5DA00DBACE88}"/>
          </ac:cxnSpMkLst>
        </pc:cxnChg>
      </pc:sldChg>
      <pc:sldChg chg="addSp modSp new mod setBg">
        <pc:chgData name="Alex Raskin" userId="6a4b7f1b57a1803d" providerId="LiveId" clId="{3B3A67B6-F056-4401-8962-1D8097E618DE}" dt="2023-06-06T18:59:45.611" v="4372" actId="1076"/>
        <pc:sldMkLst>
          <pc:docMk/>
          <pc:sldMk cId="1459463717" sldId="276"/>
        </pc:sldMkLst>
        <pc:spChg chg="mod">
          <ac:chgData name="Alex Raskin" userId="6a4b7f1b57a1803d" providerId="LiveId" clId="{3B3A67B6-F056-4401-8962-1D8097E618DE}" dt="2023-06-06T18:59:23.871" v="4368" actId="26606"/>
          <ac:spMkLst>
            <pc:docMk/>
            <pc:sldMk cId="1459463717" sldId="276"/>
            <ac:spMk id="2" creationId="{20AF332D-B34A-B861-CD48-33AD15266EF5}"/>
          </ac:spMkLst>
        </pc:spChg>
        <pc:spChg chg="mod">
          <ac:chgData name="Alex Raskin" userId="6a4b7f1b57a1803d" providerId="LiveId" clId="{3B3A67B6-F056-4401-8962-1D8097E618DE}" dt="2023-06-06T18:59:45.611" v="4372" actId="1076"/>
          <ac:spMkLst>
            <pc:docMk/>
            <pc:sldMk cId="1459463717" sldId="276"/>
            <ac:spMk id="3" creationId="{0812A22C-7FF7-10A0-18A2-51667E4F3767}"/>
          </ac:spMkLst>
        </pc:spChg>
        <pc:spChg chg="add">
          <ac:chgData name="Alex Raskin" userId="6a4b7f1b57a1803d" providerId="LiveId" clId="{3B3A67B6-F056-4401-8962-1D8097E618DE}" dt="2023-06-06T18:59:23.871" v="4368" actId="26606"/>
          <ac:spMkLst>
            <pc:docMk/>
            <pc:sldMk cId="1459463717" sldId="276"/>
            <ac:spMk id="8" creationId="{E8A8EAB8-D2FF-444D-B34B-7D32F106AD0E}"/>
          </ac:spMkLst>
        </pc:spChg>
        <pc:cxnChg chg="add">
          <ac:chgData name="Alex Raskin" userId="6a4b7f1b57a1803d" providerId="LiveId" clId="{3B3A67B6-F056-4401-8962-1D8097E618DE}" dt="2023-06-06T18:59:23.871" v="4368" actId="26606"/>
          <ac:cxnSpMkLst>
            <pc:docMk/>
            <pc:sldMk cId="1459463717" sldId="276"/>
            <ac:cxnSpMk id="10" creationId="{067633D1-6EE6-4118-B9F0-B363477BEE7A}"/>
          </ac:cxnSpMkLst>
        </pc:cxnChg>
        <pc:cxnChg chg="add">
          <ac:chgData name="Alex Raskin" userId="6a4b7f1b57a1803d" providerId="LiveId" clId="{3B3A67B6-F056-4401-8962-1D8097E618DE}" dt="2023-06-06T18:59:23.871" v="4368" actId="26606"/>
          <ac:cxnSpMkLst>
            <pc:docMk/>
            <pc:sldMk cId="1459463717" sldId="276"/>
            <ac:cxnSpMk id="12" creationId="{4AD7FFC6-42A9-49CB-B5E9-B3F6B038331B}"/>
          </ac:cxnSpMkLst>
        </pc:cxnChg>
      </pc:sldChg>
      <pc:sldChg chg="addSp delSp modSp new mod setBg">
        <pc:chgData name="Alex Raskin" userId="6a4b7f1b57a1803d" providerId="LiveId" clId="{3B3A67B6-F056-4401-8962-1D8097E618DE}" dt="2023-06-06T18:03:04.870" v="3694" actId="1037"/>
        <pc:sldMkLst>
          <pc:docMk/>
          <pc:sldMk cId="2950111802" sldId="277"/>
        </pc:sldMkLst>
        <pc:spChg chg="mod">
          <ac:chgData name="Alex Raskin" userId="6a4b7f1b57a1803d" providerId="LiveId" clId="{3B3A67B6-F056-4401-8962-1D8097E618DE}" dt="2023-06-06T18:02:56.587" v="3676" actId="26606"/>
          <ac:spMkLst>
            <pc:docMk/>
            <pc:sldMk cId="2950111802" sldId="277"/>
            <ac:spMk id="2" creationId="{BD9275C1-62C5-83AD-E7EC-F9F461E8E21B}"/>
          </ac:spMkLst>
        </pc:spChg>
        <pc:spChg chg="del">
          <ac:chgData name="Alex Raskin" userId="6a4b7f1b57a1803d" providerId="LiveId" clId="{3B3A67B6-F056-4401-8962-1D8097E618DE}" dt="2023-06-06T18:02:37.140" v="3674"/>
          <ac:spMkLst>
            <pc:docMk/>
            <pc:sldMk cId="2950111802" sldId="277"/>
            <ac:spMk id="3" creationId="{03BE0FE5-8758-2DBE-2D14-4E22C19268D8}"/>
          </ac:spMkLst>
        </pc:spChg>
        <pc:spChg chg="add">
          <ac:chgData name="Alex Raskin" userId="6a4b7f1b57a1803d" providerId="LiveId" clId="{3B3A67B6-F056-4401-8962-1D8097E618DE}" dt="2023-06-06T18:02:56.587" v="3676" actId="26606"/>
          <ac:spMkLst>
            <pc:docMk/>
            <pc:sldMk cId="2950111802" sldId="277"/>
            <ac:spMk id="9" creationId="{6753252F-4873-4F63-801D-CC719279A7D5}"/>
          </ac:spMkLst>
        </pc:spChg>
        <pc:spChg chg="add">
          <ac:chgData name="Alex Raskin" userId="6a4b7f1b57a1803d" providerId="LiveId" clId="{3B3A67B6-F056-4401-8962-1D8097E618DE}" dt="2023-06-06T18:02:56.587" v="3676" actId="26606"/>
          <ac:spMkLst>
            <pc:docMk/>
            <pc:sldMk cId="2950111802" sldId="277"/>
            <ac:spMk id="11" creationId="{047C8CCB-F95D-4249-92DD-651249D3535A}"/>
          </ac:spMkLst>
        </pc:spChg>
        <pc:picChg chg="add mod">
          <ac:chgData name="Alex Raskin" userId="6a4b7f1b57a1803d" providerId="LiveId" clId="{3B3A67B6-F056-4401-8962-1D8097E618DE}" dt="2023-06-06T18:03:04.870" v="3694" actId="1037"/>
          <ac:picMkLst>
            <pc:docMk/>
            <pc:sldMk cId="2950111802" sldId="277"/>
            <ac:picMk id="4" creationId="{A452A837-8A83-718B-91ED-4619D66D86EE}"/>
          </ac:picMkLst>
        </pc:picChg>
      </pc:sldChg>
      <pc:sldChg chg="addSp delSp modSp new mod">
        <pc:chgData name="Alex Raskin" userId="6a4b7f1b57a1803d" providerId="LiveId" clId="{3B3A67B6-F056-4401-8962-1D8097E618DE}" dt="2023-06-06T18:58:52.251" v="4367" actId="20577"/>
        <pc:sldMkLst>
          <pc:docMk/>
          <pc:sldMk cId="3388600064" sldId="278"/>
        </pc:sldMkLst>
        <pc:spChg chg="mod">
          <ac:chgData name="Alex Raskin" userId="6a4b7f1b57a1803d" providerId="LiveId" clId="{3B3A67B6-F056-4401-8962-1D8097E618DE}" dt="2023-06-06T18:05:34.539" v="3737" actId="20577"/>
          <ac:spMkLst>
            <pc:docMk/>
            <pc:sldMk cId="3388600064" sldId="278"/>
            <ac:spMk id="2" creationId="{AD19FF95-7B73-5609-C8CA-CA9C21023BD9}"/>
          </ac:spMkLst>
        </pc:spChg>
        <pc:spChg chg="del mod">
          <ac:chgData name="Alex Raskin" userId="6a4b7f1b57a1803d" providerId="LiveId" clId="{3B3A67B6-F056-4401-8962-1D8097E618DE}" dt="2023-06-06T18:08:20.405" v="4089" actId="26606"/>
          <ac:spMkLst>
            <pc:docMk/>
            <pc:sldMk cId="3388600064" sldId="278"/>
            <ac:spMk id="3" creationId="{6BA5E6C0-4ECA-420D-9C13-AF0B93B0593F}"/>
          </ac:spMkLst>
        </pc:spChg>
        <pc:graphicFrameChg chg="add mod">
          <ac:chgData name="Alex Raskin" userId="6a4b7f1b57a1803d" providerId="LiveId" clId="{3B3A67B6-F056-4401-8962-1D8097E618DE}" dt="2023-06-06T18:58:52.251" v="4367" actId="20577"/>
          <ac:graphicFrameMkLst>
            <pc:docMk/>
            <pc:sldMk cId="3388600064" sldId="278"/>
            <ac:graphicFrameMk id="5" creationId="{E0FAB776-C33E-8707-EC89-95E5F0D29133}"/>
          </ac:graphicFrameMkLst>
        </pc:graphicFrameChg>
      </pc:sldChg>
      <pc:sldChg chg="addSp modSp new mod modMedia setBg">
        <pc:chgData name="Alex Raskin" userId="6a4b7f1b57a1803d" providerId="LiveId" clId="{3B3A67B6-F056-4401-8962-1D8097E618DE}" dt="2023-06-06T18:09:06.772" v="4140"/>
        <pc:sldMkLst>
          <pc:docMk/>
          <pc:sldMk cId="2136526718" sldId="279"/>
        </pc:sldMkLst>
        <pc:spChg chg="mod">
          <ac:chgData name="Alex Raskin" userId="6a4b7f1b57a1803d" providerId="LiveId" clId="{3B3A67B6-F056-4401-8962-1D8097E618DE}" dt="2023-06-06T18:09:05.892" v="4138" actId="26606"/>
          <ac:spMkLst>
            <pc:docMk/>
            <pc:sldMk cId="2136526718" sldId="279"/>
            <ac:spMk id="2" creationId="{811DF069-A560-55D0-411D-1422A08ECBEA}"/>
          </ac:spMkLst>
        </pc:spChg>
        <pc:spChg chg="mod">
          <ac:chgData name="Alex Raskin" userId="6a4b7f1b57a1803d" providerId="LiveId" clId="{3B3A67B6-F056-4401-8962-1D8097E618DE}" dt="2023-06-06T18:09:05.892" v="4138" actId="26606"/>
          <ac:spMkLst>
            <pc:docMk/>
            <pc:sldMk cId="2136526718" sldId="279"/>
            <ac:spMk id="3" creationId="{4A29E5CC-22E4-0CAF-13BA-0812771E8535}"/>
          </ac:spMkLst>
        </pc:spChg>
        <pc:spChg chg="add">
          <ac:chgData name="Alex Raskin" userId="6a4b7f1b57a1803d" providerId="LiveId" clId="{3B3A67B6-F056-4401-8962-1D8097E618DE}" dt="2023-06-06T18:09:05.892" v="4138" actId="26606"/>
          <ac:spMkLst>
            <pc:docMk/>
            <pc:sldMk cId="2136526718" sldId="279"/>
            <ac:spMk id="9" creationId="{C1DD1A8A-57D5-4A81-AD04-532B043C5611}"/>
          </ac:spMkLst>
        </pc:spChg>
        <pc:spChg chg="add">
          <ac:chgData name="Alex Raskin" userId="6a4b7f1b57a1803d" providerId="LiveId" clId="{3B3A67B6-F056-4401-8962-1D8097E618DE}" dt="2023-06-06T18:09:05.892" v="4138" actId="26606"/>
          <ac:spMkLst>
            <pc:docMk/>
            <pc:sldMk cId="2136526718" sldId="279"/>
            <ac:spMk id="11" creationId="{007891EC-4501-44ED-A8C8-B11B6DB767AB}"/>
          </ac:spMkLst>
        </pc:spChg>
        <pc:picChg chg="add mod">
          <ac:chgData name="Alex Raskin" userId="6a4b7f1b57a1803d" providerId="LiveId" clId="{3B3A67B6-F056-4401-8962-1D8097E618DE}" dt="2023-06-06T18:09:06.772" v="4140"/>
          <ac:picMkLst>
            <pc:docMk/>
            <pc:sldMk cId="2136526718" sldId="279"/>
            <ac:picMk id="5" creationId="{1A3A9E7C-C28B-11EA-F641-4079EBA3B29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E78F7D-8818-47CE-94D6-C430BA3EE5A6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4AFF40-9DDF-4F68-87A6-6B5FEC6BDB7E}">
      <dgm:prSet/>
      <dgm:spPr/>
      <dgm:t>
        <a:bodyPr/>
        <a:lstStyle/>
        <a:p>
          <a:r>
            <a:rPr lang="en-US"/>
            <a:t>Tachogenerator niet acuraat genoeg</a:t>
          </a:r>
        </a:p>
      </dgm:t>
    </dgm:pt>
    <dgm:pt modelId="{621A07B6-AF6F-430A-A66D-00DF7D9880F8}" type="parTrans" cxnId="{60F1BAC5-9E71-4FDB-8EA4-4F6A8E1E1D34}">
      <dgm:prSet/>
      <dgm:spPr/>
      <dgm:t>
        <a:bodyPr/>
        <a:lstStyle/>
        <a:p>
          <a:endParaRPr lang="en-US"/>
        </a:p>
      </dgm:t>
    </dgm:pt>
    <dgm:pt modelId="{6E457C5A-BED2-445C-A5F1-D81FB506F54E}" type="sibTrans" cxnId="{60F1BAC5-9E71-4FDB-8EA4-4F6A8E1E1D34}">
      <dgm:prSet/>
      <dgm:spPr/>
      <dgm:t>
        <a:bodyPr/>
        <a:lstStyle/>
        <a:p>
          <a:endParaRPr lang="en-US"/>
        </a:p>
      </dgm:t>
    </dgm:pt>
    <dgm:pt modelId="{35A25BD1-ED6F-4CD6-96F4-817335D1036B}">
      <dgm:prSet/>
      <dgm:spPr/>
      <dgm:t>
        <a:bodyPr/>
        <a:lstStyle/>
        <a:p>
          <a:r>
            <a:rPr lang="en-US"/>
            <a:t>Sensor onder camera geplaatst</a:t>
          </a:r>
        </a:p>
      </dgm:t>
    </dgm:pt>
    <dgm:pt modelId="{FA497C5B-6A4D-4923-BD3E-35DA59BEEF73}" type="parTrans" cxnId="{D9DD8C68-CE07-45CF-957E-D8A212F4D697}">
      <dgm:prSet/>
      <dgm:spPr/>
      <dgm:t>
        <a:bodyPr/>
        <a:lstStyle/>
        <a:p>
          <a:endParaRPr lang="en-US"/>
        </a:p>
      </dgm:t>
    </dgm:pt>
    <dgm:pt modelId="{8CE80DD5-0E33-4DDB-B5A7-6303EA149464}" type="sibTrans" cxnId="{D9DD8C68-CE07-45CF-957E-D8A212F4D697}">
      <dgm:prSet/>
      <dgm:spPr/>
      <dgm:t>
        <a:bodyPr/>
        <a:lstStyle/>
        <a:p>
          <a:endParaRPr lang="en-US"/>
        </a:p>
      </dgm:t>
    </dgm:pt>
    <dgm:pt modelId="{040E5B19-B8A8-4F1A-9961-B39D1A299282}">
      <dgm:prSet/>
      <dgm:spPr/>
      <dgm:t>
        <a:bodyPr/>
        <a:lstStyle/>
        <a:p>
          <a:r>
            <a:rPr lang="en-US"/>
            <a:t>Houder camera in de weg voor nieuwe sensor</a:t>
          </a:r>
        </a:p>
      </dgm:t>
    </dgm:pt>
    <dgm:pt modelId="{42599BC1-1CB2-4A39-831C-366AFF4B8498}" type="parTrans" cxnId="{5E2C9A43-0113-4CF7-B24F-3E46630ED8A0}">
      <dgm:prSet/>
      <dgm:spPr/>
      <dgm:t>
        <a:bodyPr/>
        <a:lstStyle/>
        <a:p>
          <a:endParaRPr lang="en-US"/>
        </a:p>
      </dgm:t>
    </dgm:pt>
    <dgm:pt modelId="{46E6F9C5-811D-4529-BDCD-36DC8D2D1969}" type="sibTrans" cxnId="{5E2C9A43-0113-4CF7-B24F-3E46630ED8A0}">
      <dgm:prSet/>
      <dgm:spPr/>
      <dgm:t>
        <a:bodyPr/>
        <a:lstStyle/>
        <a:p>
          <a:endParaRPr lang="en-US"/>
        </a:p>
      </dgm:t>
    </dgm:pt>
    <dgm:pt modelId="{4D43D939-EC74-445E-B139-8CA207C6D08C}">
      <dgm:prSet/>
      <dgm:spPr/>
      <dgm:t>
        <a:bodyPr/>
        <a:lstStyle/>
        <a:p>
          <a:r>
            <a:rPr lang="en-US" dirty="0" err="1"/>
            <a:t>Stuk</a:t>
          </a:r>
          <a:r>
            <a:rPr lang="en-US" dirty="0"/>
            <a:t> van </a:t>
          </a:r>
          <a:r>
            <a:rPr lang="en-US" dirty="0" err="1"/>
            <a:t>houder</a:t>
          </a:r>
          <a:r>
            <a:rPr lang="en-US" dirty="0"/>
            <a:t> </a:t>
          </a:r>
          <a:r>
            <a:rPr lang="en-US" dirty="0" err="1"/>
            <a:t>afgeslepen</a:t>
          </a:r>
          <a:endParaRPr lang="en-US" dirty="0"/>
        </a:p>
      </dgm:t>
    </dgm:pt>
    <dgm:pt modelId="{106B809C-1AFE-49A0-910C-C2856F11ED2D}" type="parTrans" cxnId="{19304C11-7530-4927-86BF-7606AF62CBF9}">
      <dgm:prSet/>
      <dgm:spPr/>
      <dgm:t>
        <a:bodyPr/>
        <a:lstStyle/>
        <a:p>
          <a:endParaRPr lang="en-US"/>
        </a:p>
      </dgm:t>
    </dgm:pt>
    <dgm:pt modelId="{183E8489-89B1-4F08-A917-2303C7061587}" type="sibTrans" cxnId="{19304C11-7530-4927-86BF-7606AF62CBF9}">
      <dgm:prSet/>
      <dgm:spPr/>
      <dgm:t>
        <a:bodyPr/>
        <a:lstStyle/>
        <a:p>
          <a:endParaRPr lang="en-US"/>
        </a:p>
      </dgm:t>
    </dgm:pt>
    <dgm:pt modelId="{F350D737-1586-47EB-A316-F00E86B607AF}">
      <dgm:prSet/>
      <dgm:spPr/>
      <dgm:t>
        <a:bodyPr/>
        <a:lstStyle/>
        <a:p>
          <a:r>
            <a:rPr lang="en-US" dirty="0" err="1"/>
            <a:t>Aandrijfriem</a:t>
          </a:r>
          <a:r>
            <a:rPr lang="en-US" dirty="0"/>
            <a:t> </a:t>
          </a:r>
          <a:r>
            <a:rPr lang="en-US" dirty="0" err="1"/>
            <a:t>te</a:t>
          </a:r>
          <a:r>
            <a:rPr lang="en-US" dirty="0"/>
            <a:t> </a:t>
          </a:r>
          <a:r>
            <a:rPr lang="en-US" dirty="0" err="1"/>
            <a:t>los</a:t>
          </a:r>
          <a:r>
            <a:rPr lang="en-US" dirty="0"/>
            <a:t>, extreme slip</a:t>
          </a:r>
        </a:p>
      </dgm:t>
    </dgm:pt>
    <dgm:pt modelId="{F8F2EEED-CD73-4696-8D3D-624D4AEB3CD1}" type="parTrans" cxnId="{BD345296-0603-4BD2-A802-EA7CF242046D}">
      <dgm:prSet/>
      <dgm:spPr/>
      <dgm:t>
        <a:bodyPr/>
        <a:lstStyle/>
        <a:p>
          <a:endParaRPr lang="en-US"/>
        </a:p>
      </dgm:t>
    </dgm:pt>
    <dgm:pt modelId="{557B55AC-967C-4ACF-8F12-51F4956D7A01}" type="sibTrans" cxnId="{BD345296-0603-4BD2-A802-EA7CF242046D}">
      <dgm:prSet/>
      <dgm:spPr/>
      <dgm:t>
        <a:bodyPr/>
        <a:lstStyle/>
        <a:p>
          <a:endParaRPr lang="en-US"/>
        </a:p>
      </dgm:t>
    </dgm:pt>
    <dgm:pt modelId="{164B8B59-0139-4660-92FF-E72DFB4A169B}">
      <dgm:prSet/>
      <dgm:spPr/>
      <dgm:t>
        <a:bodyPr/>
        <a:lstStyle/>
        <a:p>
          <a:r>
            <a:rPr lang="en-US" dirty="0" err="1"/>
            <a:t>Kogellager</a:t>
          </a:r>
          <a:r>
            <a:rPr lang="en-US" dirty="0"/>
            <a:t> </a:t>
          </a:r>
          <a:r>
            <a:rPr lang="en-US" dirty="0" err="1"/>
            <a:t>als</a:t>
          </a:r>
          <a:r>
            <a:rPr lang="en-US" dirty="0"/>
            <a:t> </a:t>
          </a:r>
          <a:r>
            <a:rPr lang="en-US" dirty="0" err="1"/>
            <a:t>spanwiel</a:t>
          </a:r>
          <a:r>
            <a:rPr lang="en-US" dirty="0"/>
            <a:t> </a:t>
          </a:r>
          <a:r>
            <a:rPr lang="en-US" dirty="0" err="1"/>
            <a:t>geplaatst</a:t>
          </a:r>
          <a:endParaRPr lang="en-US" dirty="0"/>
        </a:p>
      </dgm:t>
    </dgm:pt>
    <dgm:pt modelId="{EB86313B-68F2-4478-BC4C-7F43A71F6E7D}" type="parTrans" cxnId="{4173D3FD-EBEF-47DC-AE4B-AF72E9C45BEC}">
      <dgm:prSet/>
      <dgm:spPr/>
      <dgm:t>
        <a:bodyPr/>
        <a:lstStyle/>
        <a:p>
          <a:endParaRPr lang="en-US"/>
        </a:p>
      </dgm:t>
    </dgm:pt>
    <dgm:pt modelId="{D086CF55-C386-4396-BECF-6BFA1226D8A0}" type="sibTrans" cxnId="{4173D3FD-EBEF-47DC-AE4B-AF72E9C45BEC}">
      <dgm:prSet/>
      <dgm:spPr/>
      <dgm:t>
        <a:bodyPr/>
        <a:lstStyle/>
        <a:p>
          <a:endParaRPr lang="en-US"/>
        </a:p>
      </dgm:t>
    </dgm:pt>
    <dgm:pt modelId="{32B071EA-90BA-4A3D-B047-7AD3FDAC3F86}" type="pres">
      <dgm:prSet presAssocID="{87E78F7D-8818-47CE-94D6-C430BA3EE5A6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EDA512F-2EC8-4C4B-8ACB-82AC725629BC}" type="pres">
      <dgm:prSet presAssocID="{B04AFF40-9DDF-4F68-87A6-6B5FEC6BDB7E}" presName="root" presStyleCnt="0"/>
      <dgm:spPr/>
    </dgm:pt>
    <dgm:pt modelId="{96407141-5F58-4D76-BFBD-66AB18D3E908}" type="pres">
      <dgm:prSet presAssocID="{B04AFF40-9DDF-4F68-87A6-6B5FEC6BDB7E}" presName="rootComposite" presStyleCnt="0"/>
      <dgm:spPr/>
    </dgm:pt>
    <dgm:pt modelId="{7996E8A1-4D7A-48CD-9D04-413C3C35619D}" type="pres">
      <dgm:prSet presAssocID="{B04AFF40-9DDF-4F68-87A6-6B5FEC6BDB7E}" presName="rootText" presStyleLbl="node1" presStyleIdx="0" presStyleCnt="3"/>
      <dgm:spPr/>
    </dgm:pt>
    <dgm:pt modelId="{BF92DC5C-51F5-4AF9-8E91-B4E56DA0DDE8}" type="pres">
      <dgm:prSet presAssocID="{B04AFF40-9DDF-4F68-87A6-6B5FEC6BDB7E}" presName="rootConnector" presStyleLbl="node1" presStyleIdx="0" presStyleCnt="3"/>
      <dgm:spPr/>
    </dgm:pt>
    <dgm:pt modelId="{BE903590-DA90-4FBC-BCC3-11BDEE5D01CD}" type="pres">
      <dgm:prSet presAssocID="{B04AFF40-9DDF-4F68-87A6-6B5FEC6BDB7E}" presName="childShape" presStyleCnt="0"/>
      <dgm:spPr/>
    </dgm:pt>
    <dgm:pt modelId="{D64B117F-BAA6-40D6-A8EA-BA906A5B452F}" type="pres">
      <dgm:prSet presAssocID="{FA497C5B-6A4D-4923-BD3E-35DA59BEEF73}" presName="Name13" presStyleLbl="parChTrans1D2" presStyleIdx="0" presStyleCnt="3"/>
      <dgm:spPr/>
    </dgm:pt>
    <dgm:pt modelId="{EAFCF7F3-D0DE-4933-AF18-0839B7311306}" type="pres">
      <dgm:prSet presAssocID="{35A25BD1-ED6F-4CD6-96F4-817335D1036B}" presName="childText" presStyleLbl="bgAcc1" presStyleIdx="0" presStyleCnt="3">
        <dgm:presLayoutVars>
          <dgm:bulletEnabled val="1"/>
        </dgm:presLayoutVars>
      </dgm:prSet>
      <dgm:spPr/>
    </dgm:pt>
    <dgm:pt modelId="{277DB039-8EA7-4621-97FF-CD012AEE60DC}" type="pres">
      <dgm:prSet presAssocID="{040E5B19-B8A8-4F1A-9961-B39D1A299282}" presName="root" presStyleCnt="0"/>
      <dgm:spPr/>
    </dgm:pt>
    <dgm:pt modelId="{69DBEC84-FA36-42DB-BDF2-2DF94C6210F6}" type="pres">
      <dgm:prSet presAssocID="{040E5B19-B8A8-4F1A-9961-B39D1A299282}" presName="rootComposite" presStyleCnt="0"/>
      <dgm:spPr/>
    </dgm:pt>
    <dgm:pt modelId="{78F180F7-0B6A-4D30-A2BF-9603A0688D03}" type="pres">
      <dgm:prSet presAssocID="{040E5B19-B8A8-4F1A-9961-B39D1A299282}" presName="rootText" presStyleLbl="node1" presStyleIdx="1" presStyleCnt="3"/>
      <dgm:spPr/>
    </dgm:pt>
    <dgm:pt modelId="{97252109-EF7A-4363-86AB-634FD9EADB8C}" type="pres">
      <dgm:prSet presAssocID="{040E5B19-B8A8-4F1A-9961-B39D1A299282}" presName="rootConnector" presStyleLbl="node1" presStyleIdx="1" presStyleCnt="3"/>
      <dgm:spPr/>
    </dgm:pt>
    <dgm:pt modelId="{B1669EA3-37F0-4E6C-9374-30473DE15290}" type="pres">
      <dgm:prSet presAssocID="{040E5B19-B8A8-4F1A-9961-B39D1A299282}" presName="childShape" presStyleCnt="0"/>
      <dgm:spPr/>
    </dgm:pt>
    <dgm:pt modelId="{ECAD1988-5D19-44C8-80E6-ED258FB4297C}" type="pres">
      <dgm:prSet presAssocID="{106B809C-1AFE-49A0-910C-C2856F11ED2D}" presName="Name13" presStyleLbl="parChTrans1D2" presStyleIdx="1" presStyleCnt="3"/>
      <dgm:spPr/>
    </dgm:pt>
    <dgm:pt modelId="{ADC82871-A580-4EDF-BAC2-77392D81CC84}" type="pres">
      <dgm:prSet presAssocID="{4D43D939-EC74-445E-B139-8CA207C6D08C}" presName="childText" presStyleLbl="bgAcc1" presStyleIdx="1" presStyleCnt="3">
        <dgm:presLayoutVars>
          <dgm:bulletEnabled val="1"/>
        </dgm:presLayoutVars>
      </dgm:prSet>
      <dgm:spPr/>
    </dgm:pt>
    <dgm:pt modelId="{14888CD9-3A8F-48A9-92B5-00AB9F8E5CA9}" type="pres">
      <dgm:prSet presAssocID="{F350D737-1586-47EB-A316-F00E86B607AF}" presName="root" presStyleCnt="0"/>
      <dgm:spPr/>
    </dgm:pt>
    <dgm:pt modelId="{442A069B-8816-4180-B463-93787116F5D3}" type="pres">
      <dgm:prSet presAssocID="{F350D737-1586-47EB-A316-F00E86B607AF}" presName="rootComposite" presStyleCnt="0"/>
      <dgm:spPr/>
    </dgm:pt>
    <dgm:pt modelId="{9459E250-33DE-4E6B-8CDB-36812946D3F8}" type="pres">
      <dgm:prSet presAssocID="{F350D737-1586-47EB-A316-F00E86B607AF}" presName="rootText" presStyleLbl="node1" presStyleIdx="2" presStyleCnt="3"/>
      <dgm:spPr/>
    </dgm:pt>
    <dgm:pt modelId="{A1C87DE8-AD3A-451A-A9E3-93054FA8AA61}" type="pres">
      <dgm:prSet presAssocID="{F350D737-1586-47EB-A316-F00E86B607AF}" presName="rootConnector" presStyleLbl="node1" presStyleIdx="2" presStyleCnt="3"/>
      <dgm:spPr/>
    </dgm:pt>
    <dgm:pt modelId="{D66B8F32-284E-4EF5-9A76-96CF7D2399A3}" type="pres">
      <dgm:prSet presAssocID="{F350D737-1586-47EB-A316-F00E86B607AF}" presName="childShape" presStyleCnt="0"/>
      <dgm:spPr/>
    </dgm:pt>
    <dgm:pt modelId="{BAB9AA7D-6881-44C5-A369-241F692DE146}" type="pres">
      <dgm:prSet presAssocID="{EB86313B-68F2-4478-BC4C-7F43A71F6E7D}" presName="Name13" presStyleLbl="parChTrans1D2" presStyleIdx="2" presStyleCnt="3"/>
      <dgm:spPr/>
    </dgm:pt>
    <dgm:pt modelId="{9FF470D5-B89F-430A-95E6-A86FDDC5F49B}" type="pres">
      <dgm:prSet presAssocID="{164B8B59-0139-4660-92FF-E72DFB4A169B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20522006-5946-47F5-8ED9-B258F0013C18}" type="presOf" srcId="{4D43D939-EC74-445E-B139-8CA207C6D08C}" destId="{ADC82871-A580-4EDF-BAC2-77392D81CC84}" srcOrd="0" destOrd="0" presId="urn:microsoft.com/office/officeart/2005/8/layout/hierarchy3"/>
    <dgm:cxn modelId="{19304C11-7530-4927-86BF-7606AF62CBF9}" srcId="{040E5B19-B8A8-4F1A-9961-B39D1A299282}" destId="{4D43D939-EC74-445E-B139-8CA207C6D08C}" srcOrd="0" destOrd="0" parTransId="{106B809C-1AFE-49A0-910C-C2856F11ED2D}" sibTransId="{183E8489-89B1-4F08-A917-2303C7061587}"/>
    <dgm:cxn modelId="{5E2C9A43-0113-4CF7-B24F-3E46630ED8A0}" srcId="{87E78F7D-8818-47CE-94D6-C430BA3EE5A6}" destId="{040E5B19-B8A8-4F1A-9961-B39D1A299282}" srcOrd="1" destOrd="0" parTransId="{42599BC1-1CB2-4A39-831C-366AFF4B8498}" sibTransId="{46E6F9C5-811D-4529-BDCD-36DC8D2D1969}"/>
    <dgm:cxn modelId="{D9DD8C68-CE07-45CF-957E-D8A212F4D697}" srcId="{B04AFF40-9DDF-4F68-87A6-6B5FEC6BDB7E}" destId="{35A25BD1-ED6F-4CD6-96F4-817335D1036B}" srcOrd="0" destOrd="0" parTransId="{FA497C5B-6A4D-4923-BD3E-35DA59BEEF73}" sibTransId="{8CE80DD5-0E33-4DDB-B5A7-6303EA149464}"/>
    <dgm:cxn modelId="{075B0B6B-0EA8-457F-B177-EAC6AA3A6F7A}" type="presOf" srcId="{040E5B19-B8A8-4F1A-9961-B39D1A299282}" destId="{78F180F7-0B6A-4D30-A2BF-9603A0688D03}" srcOrd="0" destOrd="0" presId="urn:microsoft.com/office/officeart/2005/8/layout/hierarchy3"/>
    <dgm:cxn modelId="{C340BD6C-87E9-4B46-A0F4-00C302333A65}" type="presOf" srcId="{106B809C-1AFE-49A0-910C-C2856F11ED2D}" destId="{ECAD1988-5D19-44C8-80E6-ED258FB4297C}" srcOrd="0" destOrd="0" presId="urn:microsoft.com/office/officeart/2005/8/layout/hierarchy3"/>
    <dgm:cxn modelId="{A25FEB54-493F-4A9B-8763-FF413DC65463}" type="presOf" srcId="{B04AFF40-9DDF-4F68-87A6-6B5FEC6BDB7E}" destId="{BF92DC5C-51F5-4AF9-8E91-B4E56DA0DDE8}" srcOrd="1" destOrd="0" presId="urn:microsoft.com/office/officeart/2005/8/layout/hierarchy3"/>
    <dgm:cxn modelId="{861B205A-2995-49DD-A0DA-9A58CF9B2660}" type="presOf" srcId="{EB86313B-68F2-4478-BC4C-7F43A71F6E7D}" destId="{BAB9AA7D-6881-44C5-A369-241F692DE146}" srcOrd="0" destOrd="0" presId="urn:microsoft.com/office/officeart/2005/8/layout/hierarchy3"/>
    <dgm:cxn modelId="{C55F608A-AD00-4BDC-B143-C8D52FD1D1C4}" type="presOf" srcId="{FA497C5B-6A4D-4923-BD3E-35DA59BEEF73}" destId="{D64B117F-BAA6-40D6-A8EA-BA906A5B452F}" srcOrd="0" destOrd="0" presId="urn:microsoft.com/office/officeart/2005/8/layout/hierarchy3"/>
    <dgm:cxn modelId="{BD345296-0603-4BD2-A802-EA7CF242046D}" srcId="{87E78F7D-8818-47CE-94D6-C430BA3EE5A6}" destId="{F350D737-1586-47EB-A316-F00E86B607AF}" srcOrd="2" destOrd="0" parTransId="{F8F2EEED-CD73-4696-8D3D-624D4AEB3CD1}" sibTransId="{557B55AC-967C-4ACF-8F12-51F4956D7A01}"/>
    <dgm:cxn modelId="{F6B800C0-231A-4DD9-800F-4CF705C57D12}" type="presOf" srcId="{35A25BD1-ED6F-4CD6-96F4-817335D1036B}" destId="{EAFCF7F3-D0DE-4933-AF18-0839B7311306}" srcOrd="0" destOrd="0" presId="urn:microsoft.com/office/officeart/2005/8/layout/hierarchy3"/>
    <dgm:cxn modelId="{60F1BAC5-9E71-4FDB-8EA4-4F6A8E1E1D34}" srcId="{87E78F7D-8818-47CE-94D6-C430BA3EE5A6}" destId="{B04AFF40-9DDF-4F68-87A6-6B5FEC6BDB7E}" srcOrd="0" destOrd="0" parTransId="{621A07B6-AF6F-430A-A66D-00DF7D9880F8}" sibTransId="{6E457C5A-BED2-445C-A5F1-D81FB506F54E}"/>
    <dgm:cxn modelId="{C08E76C7-81CE-4E88-9CBE-2B8C8B560D0E}" type="presOf" srcId="{87E78F7D-8818-47CE-94D6-C430BA3EE5A6}" destId="{32B071EA-90BA-4A3D-B047-7AD3FDAC3F86}" srcOrd="0" destOrd="0" presId="urn:microsoft.com/office/officeart/2005/8/layout/hierarchy3"/>
    <dgm:cxn modelId="{E9C3C2C9-33B9-4F68-8890-42AB958934EA}" type="presOf" srcId="{B04AFF40-9DDF-4F68-87A6-6B5FEC6BDB7E}" destId="{7996E8A1-4D7A-48CD-9D04-413C3C35619D}" srcOrd="0" destOrd="0" presId="urn:microsoft.com/office/officeart/2005/8/layout/hierarchy3"/>
    <dgm:cxn modelId="{E52595CD-E687-4314-9E70-3B525B5D1DF6}" type="presOf" srcId="{F350D737-1586-47EB-A316-F00E86B607AF}" destId="{9459E250-33DE-4E6B-8CDB-36812946D3F8}" srcOrd="0" destOrd="0" presId="urn:microsoft.com/office/officeart/2005/8/layout/hierarchy3"/>
    <dgm:cxn modelId="{01DBCBD8-1778-4A98-B3AF-9B0C10B98FED}" type="presOf" srcId="{040E5B19-B8A8-4F1A-9961-B39D1A299282}" destId="{97252109-EF7A-4363-86AB-634FD9EADB8C}" srcOrd="1" destOrd="0" presId="urn:microsoft.com/office/officeart/2005/8/layout/hierarchy3"/>
    <dgm:cxn modelId="{88453EED-BB52-4C88-8940-E91BC2F4567B}" type="presOf" srcId="{164B8B59-0139-4660-92FF-E72DFB4A169B}" destId="{9FF470D5-B89F-430A-95E6-A86FDDC5F49B}" srcOrd="0" destOrd="0" presId="urn:microsoft.com/office/officeart/2005/8/layout/hierarchy3"/>
    <dgm:cxn modelId="{66CF0FFD-081B-4C6C-A793-BA21E08970F4}" type="presOf" srcId="{F350D737-1586-47EB-A316-F00E86B607AF}" destId="{A1C87DE8-AD3A-451A-A9E3-93054FA8AA61}" srcOrd="1" destOrd="0" presId="urn:microsoft.com/office/officeart/2005/8/layout/hierarchy3"/>
    <dgm:cxn modelId="{4173D3FD-EBEF-47DC-AE4B-AF72E9C45BEC}" srcId="{F350D737-1586-47EB-A316-F00E86B607AF}" destId="{164B8B59-0139-4660-92FF-E72DFB4A169B}" srcOrd="0" destOrd="0" parTransId="{EB86313B-68F2-4478-BC4C-7F43A71F6E7D}" sibTransId="{D086CF55-C386-4396-BECF-6BFA1226D8A0}"/>
    <dgm:cxn modelId="{A072A6DF-9BEA-4815-957A-4D57930C95F1}" type="presParOf" srcId="{32B071EA-90BA-4A3D-B047-7AD3FDAC3F86}" destId="{BEDA512F-2EC8-4C4B-8ACB-82AC725629BC}" srcOrd="0" destOrd="0" presId="urn:microsoft.com/office/officeart/2005/8/layout/hierarchy3"/>
    <dgm:cxn modelId="{AC5C8F27-33C9-43BC-B8EA-AF314A075607}" type="presParOf" srcId="{BEDA512F-2EC8-4C4B-8ACB-82AC725629BC}" destId="{96407141-5F58-4D76-BFBD-66AB18D3E908}" srcOrd="0" destOrd="0" presId="urn:microsoft.com/office/officeart/2005/8/layout/hierarchy3"/>
    <dgm:cxn modelId="{0347EE08-3924-4E52-ADA5-CA46F6500845}" type="presParOf" srcId="{96407141-5F58-4D76-BFBD-66AB18D3E908}" destId="{7996E8A1-4D7A-48CD-9D04-413C3C35619D}" srcOrd="0" destOrd="0" presId="urn:microsoft.com/office/officeart/2005/8/layout/hierarchy3"/>
    <dgm:cxn modelId="{56100E6F-805F-4FB0-A922-A29F9442B67E}" type="presParOf" srcId="{96407141-5F58-4D76-BFBD-66AB18D3E908}" destId="{BF92DC5C-51F5-4AF9-8E91-B4E56DA0DDE8}" srcOrd="1" destOrd="0" presId="urn:microsoft.com/office/officeart/2005/8/layout/hierarchy3"/>
    <dgm:cxn modelId="{1F3F8442-CD7F-4802-BCD6-B9D101694721}" type="presParOf" srcId="{BEDA512F-2EC8-4C4B-8ACB-82AC725629BC}" destId="{BE903590-DA90-4FBC-BCC3-11BDEE5D01CD}" srcOrd="1" destOrd="0" presId="urn:microsoft.com/office/officeart/2005/8/layout/hierarchy3"/>
    <dgm:cxn modelId="{ECB09215-E2FB-4F7D-B754-717BC5A5D194}" type="presParOf" srcId="{BE903590-DA90-4FBC-BCC3-11BDEE5D01CD}" destId="{D64B117F-BAA6-40D6-A8EA-BA906A5B452F}" srcOrd="0" destOrd="0" presId="urn:microsoft.com/office/officeart/2005/8/layout/hierarchy3"/>
    <dgm:cxn modelId="{DF67C1D8-9A06-434C-A270-39D74BF421C8}" type="presParOf" srcId="{BE903590-DA90-4FBC-BCC3-11BDEE5D01CD}" destId="{EAFCF7F3-D0DE-4933-AF18-0839B7311306}" srcOrd="1" destOrd="0" presId="urn:microsoft.com/office/officeart/2005/8/layout/hierarchy3"/>
    <dgm:cxn modelId="{71B306CF-452A-4580-A98A-0A72893E1EDC}" type="presParOf" srcId="{32B071EA-90BA-4A3D-B047-7AD3FDAC3F86}" destId="{277DB039-8EA7-4621-97FF-CD012AEE60DC}" srcOrd="1" destOrd="0" presId="urn:microsoft.com/office/officeart/2005/8/layout/hierarchy3"/>
    <dgm:cxn modelId="{43EE0069-7639-4D02-B1AE-706BA5E6696E}" type="presParOf" srcId="{277DB039-8EA7-4621-97FF-CD012AEE60DC}" destId="{69DBEC84-FA36-42DB-BDF2-2DF94C6210F6}" srcOrd="0" destOrd="0" presId="urn:microsoft.com/office/officeart/2005/8/layout/hierarchy3"/>
    <dgm:cxn modelId="{8B1D5FAB-019F-482E-9BA7-25C98C49890F}" type="presParOf" srcId="{69DBEC84-FA36-42DB-BDF2-2DF94C6210F6}" destId="{78F180F7-0B6A-4D30-A2BF-9603A0688D03}" srcOrd="0" destOrd="0" presId="urn:microsoft.com/office/officeart/2005/8/layout/hierarchy3"/>
    <dgm:cxn modelId="{867219E8-D069-4517-B315-293D499DA071}" type="presParOf" srcId="{69DBEC84-FA36-42DB-BDF2-2DF94C6210F6}" destId="{97252109-EF7A-4363-86AB-634FD9EADB8C}" srcOrd="1" destOrd="0" presId="urn:microsoft.com/office/officeart/2005/8/layout/hierarchy3"/>
    <dgm:cxn modelId="{36BB35C3-2E4F-41F7-BDE6-AF6687FACC77}" type="presParOf" srcId="{277DB039-8EA7-4621-97FF-CD012AEE60DC}" destId="{B1669EA3-37F0-4E6C-9374-30473DE15290}" srcOrd="1" destOrd="0" presId="urn:microsoft.com/office/officeart/2005/8/layout/hierarchy3"/>
    <dgm:cxn modelId="{594B83FF-7984-4789-B41A-4FD6E17839AB}" type="presParOf" srcId="{B1669EA3-37F0-4E6C-9374-30473DE15290}" destId="{ECAD1988-5D19-44C8-80E6-ED258FB4297C}" srcOrd="0" destOrd="0" presId="urn:microsoft.com/office/officeart/2005/8/layout/hierarchy3"/>
    <dgm:cxn modelId="{48FD656B-CE92-48E4-8301-67922C62C931}" type="presParOf" srcId="{B1669EA3-37F0-4E6C-9374-30473DE15290}" destId="{ADC82871-A580-4EDF-BAC2-77392D81CC84}" srcOrd="1" destOrd="0" presId="urn:microsoft.com/office/officeart/2005/8/layout/hierarchy3"/>
    <dgm:cxn modelId="{6BC32FA2-354F-4B0A-B1DF-B693AB618AD9}" type="presParOf" srcId="{32B071EA-90BA-4A3D-B047-7AD3FDAC3F86}" destId="{14888CD9-3A8F-48A9-92B5-00AB9F8E5CA9}" srcOrd="2" destOrd="0" presId="urn:microsoft.com/office/officeart/2005/8/layout/hierarchy3"/>
    <dgm:cxn modelId="{A37D2544-5A1E-414C-9B5C-EF37980F3DEE}" type="presParOf" srcId="{14888CD9-3A8F-48A9-92B5-00AB9F8E5CA9}" destId="{442A069B-8816-4180-B463-93787116F5D3}" srcOrd="0" destOrd="0" presId="urn:microsoft.com/office/officeart/2005/8/layout/hierarchy3"/>
    <dgm:cxn modelId="{842938FB-1F52-4803-8D15-D75E7664FC05}" type="presParOf" srcId="{442A069B-8816-4180-B463-93787116F5D3}" destId="{9459E250-33DE-4E6B-8CDB-36812946D3F8}" srcOrd="0" destOrd="0" presId="urn:microsoft.com/office/officeart/2005/8/layout/hierarchy3"/>
    <dgm:cxn modelId="{526C959C-64EE-4585-882F-5EDFA3BC1402}" type="presParOf" srcId="{442A069B-8816-4180-B463-93787116F5D3}" destId="{A1C87DE8-AD3A-451A-A9E3-93054FA8AA61}" srcOrd="1" destOrd="0" presId="urn:microsoft.com/office/officeart/2005/8/layout/hierarchy3"/>
    <dgm:cxn modelId="{F1815B40-BCD0-46AD-8509-644153138FF8}" type="presParOf" srcId="{14888CD9-3A8F-48A9-92B5-00AB9F8E5CA9}" destId="{D66B8F32-284E-4EF5-9A76-96CF7D2399A3}" srcOrd="1" destOrd="0" presId="urn:microsoft.com/office/officeart/2005/8/layout/hierarchy3"/>
    <dgm:cxn modelId="{D3793FB8-D236-4FC3-9761-6B7CF22BB807}" type="presParOf" srcId="{D66B8F32-284E-4EF5-9A76-96CF7D2399A3}" destId="{BAB9AA7D-6881-44C5-A369-241F692DE146}" srcOrd="0" destOrd="0" presId="urn:microsoft.com/office/officeart/2005/8/layout/hierarchy3"/>
    <dgm:cxn modelId="{0928CFA8-880F-4414-A89F-5E325BFBF287}" type="presParOf" srcId="{D66B8F32-284E-4EF5-9A76-96CF7D2399A3}" destId="{9FF470D5-B89F-430A-95E6-A86FDDC5F49B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96E8A1-4D7A-48CD-9D04-413C3C35619D}">
      <dsp:nvSpPr>
        <dsp:cNvPr id="0" name=""/>
        <dsp:cNvSpPr/>
      </dsp:nvSpPr>
      <dsp:spPr>
        <a:xfrm>
          <a:off x="1283" y="486074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Tachogenerator niet acuraat genoeg</a:t>
          </a:r>
        </a:p>
      </dsp:txBody>
      <dsp:txXfrm>
        <a:off x="45271" y="530062"/>
        <a:ext cx="2915747" cy="1413885"/>
      </dsp:txXfrm>
    </dsp:sp>
    <dsp:sp modelId="{D64B117F-BAA6-40D6-A8EA-BA906A5B452F}">
      <dsp:nvSpPr>
        <dsp:cNvPr id="0" name=""/>
        <dsp:cNvSpPr/>
      </dsp:nvSpPr>
      <dsp:spPr>
        <a:xfrm>
          <a:off x="301656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FCF7F3-D0DE-4933-AF18-0839B7311306}">
      <dsp:nvSpPr>
        <dsp:cNvPr id="0" name=""/>
        <dsp:cNvSpPr/>
      </dsp:nvSpPr>
      <dsp:spPr>
        <a:xfrm>
          <a:off x="602028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Sensor onder camera geplaatst</a:t>
          </a:r>
        </a:p>
      </dsp:txBody>
      <dsp:txXfrm>
        <a:off x="646016" y="2407389"/>
        <a:ext cx="2315002" cy="1413885"/>
      </dsp:txXfrm>
    </dsp:sp>
    <dsp:sp modelId="{78F180F7-0B6A-4D30-A2BF-9603A0688D03}">
      <dsp:nvSpPr>
        <dsp:cNvPr id="0" name=""/>
        <dsp:cNvSpPr/>
      </dsp:nvSpPr>
      <dsp:spPr>
        <a:xfrm>
          <a:off x="3755938" y="486074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Houder camera in de weg voor nieuwe sensor</a:t>
          </a:r>
        </a:p>
      </dsp:txBody>
      <dsp:txXfrm>
        <a:off x="3799926" y="530062"/>
        <a:ext cx="2915747" cy="1413885"/>
      </dsp:txXfrm>
    </dsp:sp>
    <dsp:sp modelId="{ECAD1988-5D19-44C8-80E6-ED258FB4297C}">
      <dsp:nvSpPr>
        <dsp:cNvPr id="0" name=""/>
        <dsp:cNvSpPr/>
      </dsp:nvSpPr>
      <dsp:spPr>
        <a:xfrm>
          <a:off x="4056310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C82871-A580-4EDF-BAC2-77392D81CC84}">
      <dsp:nvSpPr>
        <dsp:cNvPr id="0" name=""/>
        <dsp:cNvSpPr/>
      </dsp:nvSpPr>
      <dsp:spPr>
        <a:xfrm>
          <a:off x="4356682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Stuk</a:t>
          </a:r>
          <a:r>
            <a:rPr lang="en-US" sz="3100" kern="1200" dirty="0"/>
            <a:t> van </a:t>
          </a:r>
          <a:r>
            <a:rPr lang="en-US" sz="3100" kern="1200" dirty="0" err="1"/>
            <a:t>houder</a:t>
          </a:r>
          <a:r>
            <a:rPr lang="en-US" sz="3100" kern="1200" dirty="0"/>
            <a:t> </a:t>
          </a:r>
          <a:r>
            <a:rPr lang="en-US" sz="3100" kern="1200" dirty="0" err="1"/>
            <a:t>afgeslepen</a:t>
          </a:r>
          <a:endParaRPr lang="en-US" sz="3100" kern="1200" dirty="0"/>
        </a:p>
      </dsp:txBody>
      <dsp:txXfrm>
        <a:off x="4400670" y="2407389"/>
        <a:ext cx="2315002" cy="1413885"/>
      </dsp:txXfrm>
    </dsp:sp>
    <dsp:sp modelId="{9459E250-33DE-4E6B-8CDB-36812946D3F8}">
      <dsp:nvSpPr>
        <dsp:cNvPr id="0" name=""/>
        <dsp:cNvSpPr/>
      </dsp:nvSpPr>
      <dsp:spPr>
        <a:xfrm>
          <a:off x="7510592" y="486074"/>
          <a:ext cx="3003723" cy="150186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Aandrijfriem</a:t>
          </a:r>
          <a:r>
            <a:rPr lang="en-US" sz="3100" kern="1200" dirty="0"/>
            <a:t> </a:t>
          </a:r>
          <a:r>
            <a:rPr lang="en-US" sz="3100" kern="1200" dirty="0" err="1"/>
            <a:t>te</a:t>
          </a:r>
          <a:r>
            <a:rPr lang="en-US" sz="3100" kern="1200" dirty="0"/>
            <a:t> </a:t>
          </a:r>
          <a:r>
            <a:rPr lang="en-US" sz="3100" kern="1200" dirty="0" err="1"/>
            <a:t>los</a:t>
          </a:r>
          <a:r>
            <a:rPr lang="en-US" sz="3100" kern="1200" dirty="0"/>
            <a:t>, extreme slip</a:t>
          </a:r>
        </a:p>
      </dsp:txBody>
      <dsp:txXfrm>
        <a:off x="7554580" y="530062"/>
        <a:ext cx="2915747" cy="1413885"/>
      </dsp:txXfrm>
    </dsp:sp>
    <dsp:sp modelId="{BAB9AA7D-6881-44C5-A369-241F692DE146}">
      <dsp:nvSpPr>
        <dsp:cNvPr id="0" name=""/>
        <dsp:cNvSpPr/>
      </dsp:nvSpPr>
      <dsp:spPr>
        <a:xfrm>
          <a:off x="7810965" y="1987936"/>
          <a:ext cx="300372" cy="11263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6396"/>
              </a:lnTo>
              <a:lnTo>
                <a:pt x="300372" y="112639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F470D5-B89F-430A-95E6-A86FDDC5F49B}">
      <dsp:nvSpPr>
        <dsp:cNvPr id="0" name=""/>
        <dsp:cNvSpPr/>
      </dsp:nvSpPr>
      <dsp:spPr>
        <a:xfrm>
          <a:off x="8111337" y="2363401"/>
          <a:ext cx="2402978" cy="150186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055" tIns="39370" rIns="59055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Kogellager</a:t>
          </a:r>
          <a:r>
            <a:rPr lang="en-US" sz="3100" kern="1200" dirty="0"/>
            <a:t> </a:t>
          </a:r>
          <a:r>
            <a:rPr lang="en-US" sz="3100" kern="1200" dirty="0" err="1"/>
            <a:t>als</a:t>
          </a:r>
          <a:r>
            <a:rPr lang="en-US" sz="3100" kern="1200" dirty="0"/>
            <a:t> </a:t>
          </a:r>
          <a:r>
            <a:rPr lang="en-US" sz="3100" kern="1200" dirty="0" err="1"/>
            <a:t>spanwiel</a:t>
          </a:r>
          <a:r>
            <a:rPr lang="en-US" sz="3100" kern="1200" dirty="0"/>
            <a:t> </a:t>
          </a:r>
          <a:r>
            <a:rPr lang="en-US" sz="3100" kern="1200" dirty="0" err="1"/>
            <a:t>geplaatst</a:t>
          </a:r>
          <a:endParaRPr lang="en-US" sz="3100" kern="1200" dirty="0"/>
        </a:p>
      </dsp:txBody>
      <dsp:txXfrm>
        <a:off x="8155325" y="2407389"/>
        <a:ext cx="2315002" cy="14138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105E9-76D8-D5DF-98AE-75B3D57C5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7C5AB3-5D4A-73A1-646F-09259A238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8507-B3EE-0066-E7B1-788295C6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499B7-F53D-5E52-542E-00F9DA69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CBF5D-4C2A-E1DE-CD65-2DA3F9F75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1848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4110-0E87-E02F-DCB0-FB4F6B5FA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B2ACC-4EE5-56A7-1F5B-A67A70B0C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2B806-9A97-0E8A-7550-0EB63EE8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1B4D-E3BC-1691-9972-EA833EFE4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14FF3-B419-C6E8-E320-8CAF236E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7982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69F5-1FFB-9B84-D2E5-61EA3C634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FEA15-9F5D-E652-806D-7BDE1D548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52125-458D-50D6-0DBE-F877A0492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8112B-E136-2892-1F6D-9DFA529D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93D12-EF25-B810-BEC5-5E92ED5B8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1416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2FC0E-AEA0-D4BB-6027-DA9BF668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8CF0C-7B75-F70B-9A3D-866BF1BBE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8A126-0D69-DA5E-7547-E030B9BC3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C5D9AC-C705-3F4B-BC53-2853F6D4E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555FC-99FB-1BB9-5B23-9D2406A4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BCCC0-549C-555D-ECC2-3A32C1A3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7444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3CBDF-27E8-725A-3489-59C72FC5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6079F-CF7D-A134-B078-17E1C8BE6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4779A-31D1-80AE-8F7B-ABD70394A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83B03E-4407-E242-7859-261FDC355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69A8DF-3C17-8DFC-2E5B-A6E56E17E2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3769AF-CD3C-4C56-0CDE-870C1521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4D13D-FE1D-FFB5-E996-94EE5BA6B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4B308-BE05-DBBE-18C8-6C171478E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5234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A59B-0F79-B482-0817-1C0ED3EF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3AA8B0-CEB8-6074-A543-AC810E59A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DB2E8-F25D-BB35-69D0-E554B9FA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573E7-1A66-7755-1804-86B9F5A6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79730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837397-19FE-9AF0-A794-374E55BAA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8EE564-997F-0FD2-53C9-933FE5C18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93F27-B681-F734-0BBB-E37268922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61410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73F5-9AC4-DD4C-E13E-EA30218D3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A14D-FB91-C28E-A711-38E52404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604C7-366C-A76C-E108-FB650F26D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35AAE-9FA8-824D-2CF5-2B9E5D56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55B3C-ADDE-1965-06B3-80387F49B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30831-AF0E-E4B7-1E62-1DE6E2E20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94066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4FB5-B3BB-746A-8DAF-E87BEA86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ABD12-C796-D235-7BF7-999EBFF07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C9ED45-E9B1-A3C5-1F9C-87EC9A27C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D42336-124E-0EEC-4173-0E5F7BB2E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5A8AD-DDF0-DE49-06F3-99DE94F2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23893-EF1B-3857-61EC-0AB8620B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201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1CD67-EDF7-DF18-2248-498173F9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45D25A-12ED-3D2A-FFE7-B96810F7B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85FDB-383C-12A3-740A-4155C517F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51442-8CF7-9FE5-21E0-E4B96605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7BC7-A9D8-F184-4A53-A026D5AE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7405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0239B-A8D6-268F-9B89-DF32BCEDB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35713-FF20-C2B9-9394-DC375739B8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02031-C874-8724-9821-45C623FB7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BC45A-5269-3BA3-460A-BA95C84F2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22B99-4CAB-589E-7A4B-3BBCDED66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91960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642814-4892-E169-5E85-338BE3661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97822-99D7-3923-0A60-DC4EB854C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053E4-151F-61DE-F976-34312390E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BA9F74-CED8-4616-AA5D-DB4F9DB15904}" type="datetimeFigureOut">
              <a:rPr lang="nl-BE" smtClean="0"/>
              <a:t>6/06/2023</a:t>
            </a:fld>
            <a:endParaRPr lang="nl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C9A76-1CB3-0055-F31F-5DCDF9D72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329B5-2FE7-AE28-A2BB-8593FF3AF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3ADB-93A0-476D-B600-8766D15D75D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095271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A8F25-CA3F-0573-8A47-2F57CAA3D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PICK AND PLACE INSTALATIE</a:t>
            </a:r>
            <a:endParaRPr lang="nl-BE" sz="48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056B4-30BA-3824-5C66-51E190AAB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GIP Alex Raskin 2022-2023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22437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CFCA3D-BC1C-D8F9-3D78-5143F3692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6600"/>
              <a:t>Inhoud</a:t>
            </a:r>
            <a:endParaRPr lang="nl-BE" sz="6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8838B-87B8-DFBF-A787-B8F45DA87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400" dirty="0"/>
              <a:t>Wat is de GIP</a:t>
            </a:r>
          </a:p>
          <a:p>
            <a:r>
              <a:rPr lang="en-US" sz="2400" dirty="0"/>
              <a:t>Hardware</a:t>
            </a:r>
          </a:p>
          <a:p>
            <a:r>
              <a:rPr lang="en-US" sz="2400" dirty="0"/>
              <a:t>Software</a:t>
            </a:r>
          </a:p>
          <a:p>
            <a:r>
              <a:rPr lang="en-US" sz="2400" dirty="0" err="1"/>
              <a:t>Problemen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oplossingen</a:t>
            </a:r>
            <a:r>
              <a:rPr lang="en-US" sz="2400" dirty="0"/>
              <a:t> </a:t>
            </a:r>
            <a:endParaRPr lang="nl-BE" sz="2400" dirty="0"/>
          </a:p>
        </p:txBody>
      </p:sp>
    </p:spTree>
    <p:extLst>
      <p:ext uri="{BB962C8B-B14F-4D97-AF65-F5344CB8AC3E}">
        <p14:creationId xmlns:p14="http://schemas.microsoft.com/office/powerpoint/2010/main" val="3737473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B3CFAA-4D6F-D515-FE9D-A35368A1A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/>
              <a:t>Wat </a:t>
            </a:r>
            <a:r>
              <a:rPr lang="en-US" sz="7200" dirty="0" err="1"/>
              <a:t>doet</a:t>
            </a:r>
            <a:r>
              <a:rPr lang="en-US" sz="7200" dirty="0"/>
              <a:t> </a:t>
            </a:r>
            <a:r>
              <a:rPr lang="en-US" sz="7200" dirty="0" err="1"/>
              <a:t>mijn</a:t>
            </a:r>
            <a:r>
              <a:rPr lang="en-US" sz="7200" dirty="0"/>
              <a:t> GIP?</a:t>
            </a:r>
            <a:endParaRPr lang="nl-BE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CF324-31F0-BC2F-9AA1-224B930B7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Blokjes</a:t>
            </a:r>
            <a:r>
              <a:rPr lang="en-US" sz="2400" dirty="0"/>
              <a:t> op band </a:t>
            </a:r>
            <a:r>
              <a:rPr lang="en-US" sz="2400" dirty="0" err="1"/>
              <a:t>plaatsten</a:t>
            </a:r>
            <a:endParaRPr lang="en-US" sz="2400" dirty="0"/>
          </a:p>
          <a:p>
            <a:r>
              <a:rPr lang="en-US" sz="2400" dirty="0" err="1"/>
              <a:t>Detecteren</a:t>
            </a:r>
            <a:r>
              <a:rPr lang="en-US" sz="2400" dirty="0"/>
              <a:t> van </a:t>
            </a:r>
            <a:r>
              <a:rPr lang="en-US" sz="2400" dirty="0" err="1"/>
              <a:t>materiaalsoort</a:t>
            </a:r>
            <a:endParaRPr lang="en-US" sz="2400" dirty="0"/>
          </a:p>
          <a:p>
            <a:r>
              <a:rPr lang="en-US" sz="2400" dirty="0" err="1"/>
              <a:t>Controle</a:t>
            </a:r>
            <a:r>
              <a:rPr lang="en-US" sz="2400" dirty="0"/>
              <a:t> via camera</a:t>
            </a:r>
          </a:p>
          <a:p>
            <a:r>
              <a:rPr lang="en-US" sz="2400" dirty="0" err="1"/>
              <a:t>Brengen</a:t>
            </a:r>
            <a:r>
              <a:rPr lang="en-US" sz="2400" dirty="0"/>
              <a:t> </a:t>
            </a:r>
            <a:r>
              <a:rPr lang="en-US" sz="2400" dirty="0" err="1"/>
              <a:t>naar</a:t>
            </a:r>
            <a:r>
              <a:rPr lang="en-US" sz="2400" dirty="0"/>
              <a:t> </a:t>
            </a:r>
            <a:r>
              <a:rPr lang="en-US" sz="2400" dirty="0" err="1"/>
              <a:t>juiste</a:t>
            </a:r>
            <a:r>
              <a:rPr lang="en-US" sz="2400" dirty="0"/>
              <a:t> </a:t>
            </a:r>
            <a:r>
              <a:rPr lang="en-US" sz="2400" dirty="0" err="1"/>
              <a:t>locatie</a:t>
            </a:r>
            <a:endParaRPr lang="en-US" sz="2400" dirty="0"/>
          </a:p>
          <a:p>
            <a:r>
              <a:rPr lang="en-US" sz="2400" dirty="0" err="1"/>
              <a:t>Instelbaar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296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2FC32C-4AE0-058E-A54F-9EC5BD875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2525611" y="1286934"/>
            <a:ext cx="7140780" cy="41059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533C39-B4B3-8F34-98CE-EADFE3C4908A}"/>
              </a:ext>
            </a:extLst>
          </p:cNvPr>
          <p:cNvSpPr txBox="1"/>
          <p:nvPr/>
        </p:nvSpPr>
        <p:spPr>
          <a:xfrm>
            <a:off x="755414" y="686793"/>
            <a:ext cx="3037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solidFill>
                  <a:schemeClr val="bg1"/>
                </a:solidFill>
                <a:latin typeface="+mj-lt"/>
              </a:rPr>
              <a:t>Voorbeeld</a:t>
            </a:r>
            <a:endParaRPr lang="nl-BE" sz="36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91600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26" name="Picture 2" descr="Siemens Simatic S7 1200 cpu 1214c compact cpu 6ES72141AG310XB0">
            <a:extLst>
              <a:ext uri="{FF2B5EF4-FFF2-40B4-BE49-F238E27FC236}">
                <a16:creationId xmlns:a16="http://schemas.microsoft.com/office/drawing/2014/main" id="{37E4E084-8BA4-A112-6398-7F984808F0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50" b="28605"/>
          <a:stretch/>
        </p:blipFill>
        <p:spPr bwMode="auto">
          <a:xfrm>
            <a:off x="20" y="10"/>
            <a:ext cx="994706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Freeform: Shape 1032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1035" name="Freeform: Shape 1034">
            <a:extLst>
              <a:ext uri="{FF2B5EF4-FFF2-40B4-BE49-F238E27FC236}">
                <a16:creationId xmlns:a16="http://schemas.microsoft.com/office/drawing/2014/main" id="{F9EC3F91-A75C-4F74-867E-E4C28C135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226" y="0"/>
            <a:ext cx="5043774" cy="6858000"/>
          </a:xfrm>
          <a:custGeom>
            <a:avLst/>
            <a:gdLst>
              <a:gd name="connsiteX0" fmla="*/ 1648981 w 5043774"/>
              <a:gd name="connsiteY0" fmla="*/ 0 h 6858000"/>
              <a:gd name="connsiteX1" fmla="*/ 2759699 w 5043774"/>
              <a:gd name="connsiteY1" fmla="*/ 0 h 6858000"/>
              <a:gd name="connsiteX2" fmla="*/ 3379301 w 5043774"/>
              <a:gd name="connsiteY2" fmla="*/ 0 h 6858000"/>
              <a:gd name="connsiteX3" fmla="*/ 3552342 w 5043774"/>
              <a:gd name="connsiteY3" fmla="*/ 0 h 6858000"/>
              <a:gd name="connsiteX4" fmla="*/ 4617166 w 5043774"/>
              <a:gd name="connsiteY4" fmla="*/ 0 h 6858000"/>
              <a:gd name="connsiteX5" fmla="*/ 4786130 w 5043774"/>
              <a:gd name="connsiteY5" fmla="*/ 0 h 6858000"/>
              <a:gd name="connsiteX6" fmla="*/ 4980168 w 5043774"/>
              <a:gd name="connsiteY6" fmla="*/ 0 h 6858000"/>
              <a:gd name="connsiteX7" fmla="*/ 5043774 w 5043774"/>
              <a:gd name="connsiteY7" fmla="*/ 0 h 6858000"/>
              <a:gd name="connsiteX8" fmla="*/ 5043774 w 5043774"/>
              <a:gd name="connsiteY8" fmla="*/ 6858000 h 6858000"/>
              <a:gd name="connsiteX9" fmla="*/ 4980168 w 5043774"/>
              <a:gd name="connsiteY9" fmla="*/ 6858000 h 6858000"/>
              <a:gd name="connsiteX10" fmla="*/ 4786130 w 5043774"/>
              <a:gd name="connsiteY10" fmla="*/ 6858000 h 6858000"/>
              <a:gd name="connsiteX11" fmla="*/ 4617166 w 5043774"/>
              <a:gd name="connsiteY11" fmla="*/ 6858000 h 6858000"/>
              <a:gd name="connsiteX12" fmla="*/ 3552342 w 5043774"/>
              <a:gd name="connsiteY12" fmla="*/ 6858000 h 6858000"/>
              <a:gd name="connsiteX13" fmla="*/ 3379301 w 5043774"/>
              <a:gd name="connsiteY13" fmla="*/ 6858000 h 6858000"/>
              <a:gd name="connsiteX14" fmla="*/ 2759699 w 5043774"/>
              <a:gd name="connsiteY14" fmla="*/ 6858000 h 6858000"/>
              <a:gd name="connsiteX15" fmla="*/ 2542782 w 5043774"/>
              <a:gd name="connsiteY15" fmla="*/ 6858000 h 6858000"/>
              <a:gd name="connsiteX16" fmla="*/ 2429239 w 5043774"/>
              <a:gd name="connsiteY16" fmla="*/ 6780599 h 6858000"/>
              <a:gd name="connsiteX17" fmla="*/ 1904328 w 5043774"/>
              <a:gd name="connsiteY17" fmla="*/ 6374814 h 6858000"/>
              <a:gd name="connsiteX18" fmla="*/ 0 w 5043774"/>
              <a:gd name="connsiteY18" fmla="*/ 3621656 h 6858000"/>
              <a:gd name="connsiteX19" fmla="*/ 1626503 w 5043774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043774" h="6858000">
                <a:moveTo>
                  <a:pt x="1648981" y="0"/>
                </a:moveTo>
                <a:lnTo>
                  <a:pt x="2759699" y="0"/>
                </a:lnTo>
                <a:lnTo>
                  <a:pt x="3379301" y="0"/>
                </a:lnTo>
                <a:lnTo>
                  <a:pt x="3552342" y="0"/>
                </a:lnTo>
                <a:lnTo>
                  <a:pt x="4617166" y="0"/>
                </a:lnTo>
                <a:lnTo>
                  <a:pt x="4786130" y="0"/>
                </a:lnTo>
                <a:lnTo>
                  <a:pt x="4980168" y="0"/>
                </a:lnTo>
                <a:lnTo>
                  <a:pt x="5043774" y="0"/>
                </a:lnTo>
                <a:lnTo>
                  <a:pt x="5043774" y="6858000"/>
                </a:lnTo>
                <a:lnTo>
                  <a:pt x="4980168" y="6858000"/>
                </a:lnTo>
                <a:lnTo>
                  <a:pt x="4786130" y="6858000"/>
                </a:lnTo>
                <a:lnTo>
                  <a:pt x="4617166" y="6858000"/>
                </a:lnTo>
                <a:lnTo>
                  <a:pt x="3552342" y="6858000"/>
                </a:lnTo>
                <a:lnTo>
                  <a:pt x="3379301" y="6858000"/>
                </a:lnTo>
                <a:lnTo>
                  <a:pt x="2759699" y="6858000"/>
                </a:lnTo>
                <a:lnTo>
                  <a:pt x="2542782" y="6858000"/>
                </a:lnTo>
                <a:lnTo>
                  <a:pt x="2429239" y="6780599"/>
                </a:lnTo>
                <a:cubicBezTo>
                  <a:pt x="2252641" y="6653108"/>
                  <a:pt x="2079285" y="6515397"/>
                  <a:pt x="1904328" y="6374814"/>
                </a:cubicBezTo>
                <a:cubicBezTo>
                  <a:pt x="943579" y="5602839"/>
                  <a:pt x="0" y="4969131"/>
                  <a:pt x="0" y="3621656"/>
                </a:cubicBezTo>
                <a:cubicBezTo>
                  <a:pt x="0" y="2093192"/>
                  <a:pt x="582912" y="754641"/>
                  <a:pt x="1626503" y="14997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Meiryo"/>
            </a:endParaRP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87823-A5C7-5498-C386-281A6F7E1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19" y="1045597"/>
            <a:ext cx="4307457" cy="15884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 err="1"/>
              <a:t>Stuuring</a:t>
            </a:r>
            <a:endParaRPr lang="en-US" sz="54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77739B-D8F7-7839-D343-CE4FE754EB69}"/>
              </a:ext>
            </a:extLst>
          </p:cNvPr>
          <p:cNvSpPr txBox="1">
            <a:spLocks/>
          </p:cNvSpPr>
          <p:nvPr/>
        </p:nvSpPr>
        <p:spPr>
          <a:xfrm>
            <a:off x="8046719" y="2722729"/>
            <a:ext cx="3633747" cy="2700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Siemens S7-1200 PLC</a:t>
            </a:r>
          </a:p>
          <a:p>
            <a:r>
              <a:rPr lang="en-US" sz="2400" dirty="0"/>
              <a:t>24V </a:t>
            </a:r>
            <a:r>
              <a:rPr lang="en-US" sz="2400" dirty="0" err="1"/>
              <a:t>voeding</a:t>
            </a:r>
            <a:endParaRPr lang="en-US" sz="2400" dirty="0"/>
          </a:p>
          <a:p>
            <a:r>
              <a:rPr lang="en-US" sz="2400" dirty="0"/>
              <a:t>2 AI, 14 DI, 10 DQ</a:t>
            </a:r>
          </a:p>
          <a:p>
            <a:pPr marL="0"/>
            <a:r>
              <a:rPr lang="en-US" sz="2400" dirty="0"/>
              <a:t>Extra IO module</a:t>
            </a:r>
          </a:p>
        </p:txBody>
      </p:sp>
      <p:pic>
        <p:nvPicPr>
          <p:cNvPr id="1028" name="Picture 4" descr="Profinet - Wikipedia">
            <a:extLst>
              <a:ext uri="{FF2B5EF4-FFF2-40B4-BE49-F238E27FC236}">
                <a16:creationId xmlns:a16="http://schemas.microsoft.com/office/drawing/2014/main" id="{7171CEC1-0DC2-EEC3-9D4C-16A7211EA8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4072" y="4534331"/>
            <a:ext cx="2807482" cy="148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671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6" name="Rectangle 2065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Siemens KTP700 DP HMI, 7 Inches">
            <a:extLst>
              <a:ext uri="{FF2B5EF4-FFF2-40B4-BE49-F238E27FC236}">
                <a16:creationId xmlns:a16="http://schemas.microsoft.com/office/drawing/2014/main" id="{DC767E28-E8A9-3689-708C-B70B31F569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26" r="8983" b="15225"/>
          <a:stretch/>
        </p:blipFill>
        <p:spPr bwMode="auto">
          <a:xfrm>
            <a:off x="3954240" y="281656"/>
            <a:ext cx="8237760" cy="6294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8" name="Rectangle 2067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28493A-E5EA-9AA5-3C1E-B67F9FEAA7B3}"/>
              </a:ext>
            </a:extLst>
          </p:cNvPr>
          <p:cNvSpPr txBox="1">
            <a:spLocks/>
          </p:cNvSpPr>
          <p:nvPr/>
        </p:nvSpPr>
        <p:spPr>
          <a:xfrm>
            <a:off x="371094" y="1161288"/>
            <a:ext cx="3438144" cy="1124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dirty="0"/>
              <a:t>HMI</a:t>
            </a:r>
          </a:p>
        </p:txBody>
      </p:sp>
      <p:sp>
        <p:nvSpPr>
          <p:cNvPr id="2070" name="Rectangle 206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72" name="Rectangle 207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FA15-5115-FCEF-11E9-FCC9F941CE07}"/>
              </a:ext>
            </a:extLst>
          </p:cNvPr>
          <p:cNvSpPr txBox="1">
            <a:spLocks/>
          </p:cNvSpPr>
          <p:nvPr/>
        </p:nvSpPr>
        <p:spPr>
          <a:xfrm>
            <a:off x="371093" y="2718054"/>
            <a:ext cx="4868171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Human machine interface</a:t>
            </a:r>
          </a:p>
          <a:p>
            <a:r>
              <a:rPr lang="en-US" sz="2400" dirty="0"/>
              <a:t>Touchscreen</a:t>
            </a:r>
          </a:p>
          <a:p>
            <a:r>
              <a:rPr lang="en-US" sz="2400" dirty="0" err="1"/>
              <a:t>Besturen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configureren</a:t>
            </a:r>
            <a:r>
              <a:rPr lang="en-US" sz="2400" dirty="0"/>
              <a:t> </a:t>
            </a:r>
            <a:r>
              <a:rPr lang="en-US" sz="2400" dirty="0" err="1"/>
              <a:t>installatie</a:t>
            </a:r>
            <a:endParaRPr lang="en-US" sz="2400" dirty="0"/>
          </a:p>
          <a:p>
            <a:r>
              <a:rPr lang="en-US" sz="2400" dirty="0" err="1"/>
              <a:t>Profinet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418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4" name="Rectangle 53">
            <a:extLst>
              <a:ext uri="{FF2B5EF4-FFF2-40B4-BE49-F238E27FC236}">
                <a16:creationId xmlns:a16="http://schemas.microsoft.com/office/drawing/2014/main" id="{E9361D0E-0B35-42DA-8779-9780B96F55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D73091-0A3F-BE18-2638-65FA96FAF63B}"/>
              </a:ext>
            </a:extLst>
          </p:cNvPr>
          <p:cNvSpPr txBox="1">
            <a:spLocks/>
          </p:cNvSpPr>
          <p:nvPr/>
        </p:nvSpPr>
        <p:spPr>
          <a:xfrm>
            <a:off x="338783" y="1227248"/>
            <a:ext cx="3016529" cy="8012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Cylinders</a:t>
            </a:r>
            <a:endParaRPr lang="en-US" sz="5400" kern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EECC08E-F4F5-429A-B70B-B378AC0B0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5791" y="0"/>
            <a:ext cx="741620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picture containing sketch, diagram, line, technical drawing&#10;&#10;Description automatically generated">
            <a:extLst>
              <a:ext uri="{FF2B5EF4-FFF2-40B4-BE49-F238E27FC236}">
                <a16:creationId xmlns:a16="http://schemas.microsoft.com/office/drawing/2014/main" id="{9A90A856-9E84-93F4-1435-2B51EDE4B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426" y="1384334"/>
            <a:ext cx="6092934" cy="3191538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7700B9-0571-F988-0D1C-88C0160636CF}"/>
              </a:ext>
            </a:extLst>
          </p:cNvPr>
          <p:cNvSpPr txBox="1">
            <a:spLocks/>
          </p:cNvSpPr>
          <p:nvPr/>
        </p:nvSpPr>
        <p:spPr>
          <a:xfrm>
            <a:off x="422680" y="2461208"/>
            <a:ext cx="5673320" cy="19032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Bi-</a:t>
            </a:r>
            <a:r>
              <a:rPr lang="en-US" sz="2400" dirty="0" err="1"/>
              <a:t>stabiel</a:t>
            </a:r>
            <a:endParaRPr lang="en-US" sz="2400" dirty="0"/>
          </a:p>
          <a:p>
            <a:r>
              <a:rPr lang="en-US" sz="2400" dirty="0" err="1"/>
              <a:t>Blokje</a:t>
            </a:r>
            <a:r>
              <a:rPr lang="en-US" sz="2400" dirty="0"/>
              <a:t> </a:t>
            </a:r>
            <a:r>
              <a:rPr lang="en-US" sz="2400" dirty="0" err="1"/>
              <a:t>uit</a:t>
            </a:r>
            <a:r>
              <a:rPr lang="en-US" sz="2400" dirty="0"/>
              <a:t> </a:t>
            </a:r>
            <a:r>
              <a:rPr lang="en-US" sz="2400" dirty="0" err="1"/>
              <a:t>magazijn</a:t>
            </a:r>
            <a:r>
              <a:rPr lang="en-US" sz="2400" dirty="0"/>
              <a:t> </a:t>
            </a:r>
            <a:r>
              <a:rPr lang="en-US" sz="2400" dirty="0" err="1"/>
              <a:t>duwen</a:t>
            </a:r>
            <a:endParaRPr lang="en-US" sz="2400" dirty="0"/>
          </a:p>
          <a:p>
            <a:r>
              <a:rPr lang="en-US" sz="2400" dirty="0" err="1"/>
              <a:t>Opheffen</a:t>
            </a:r>
            <a:r>
              <a:rPr lang="en-US" sz="2400" dirty="0"/>
              <a:t> van </a:t>
            </a:r>
            <a:r>
              <a:rPr lang="en-US" sz="2400" dirty="0" err="1"/>
              <a:t>blokje</a:t>
            </a:r>
            <a:endParaRPr lang="en-US" sz="2400" dirty="0"/>
          </a:p>
          <a:p>
            <a:r>
              <a:rPr lang="en-US" sz="2400" dirty="0" err="1"/>
              <a:t>Verplaatsing</a:t>
            </a:r>
            <a:r>
              <a:rPr lang="en-US" sz="2400" dirty="0"/>
              <a:t> </a:t>
            </a:r>
            <a:r>
              <a:rPr lang="en-US" sz="2400" dirty="0" err="1"/>
              <a:t>naar</a:t>
            </a:r>
            <a:r>
              <a:rPr lang="en-US" sz="2400" dirty="0"/>
              <a:t> band</a:t>
            </a:r>
          </a:p>
          <a:p>
            <a:r>
              <a:rPr lang="en-US" sz="2400" dirty="0"/>
              <a:t>Reed switches</a:t>
            </a:r>
          </a:p>
          <a:p>
            <a:endParaRPr lang="en-US" dirty="0"/>
          </a:p>
          <a:p>
            <a:endParaRPr lang="en-US" dirty="0"/>
          </a:p>
          <a:p>
            <a:pPr marL="0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2E5832-879E-BF72-4F55-E78BF50FD292}"/>
              </a:ext>
            </a:extLst>
          </p:cNvPr>
          <p:cNvSpPr txBox="1"/>
          <p:nvPr/>
        </p:nvSpPr>
        <p:spPr>
          <a:xfrm>
            <a:off x="7620000" y="4579744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PICK-UP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1D4D9-285C-E1CE-D26E-BC50456DABF9}"/>
              </a:ext>
            </a:extLst>
          </p:cNvPr>
          <p:cNvSpPr txBox="1"/>
          <p:nvPr/>
        </p:nvSpPr>
        <p:spPr>
          <a:xfrm>
            <a:off x="10044657" y="4575872"/>
            <a:ext cx="663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Band</a:t>
            </a:r>
            <a:endParaRPr lang="nl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8628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C956CA-A8FB-4F91-A258-FBE459CD9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ZSE30A-01-B-G | SMC Pressure Switch, 500 kPa | RS">
            <a:extLst>
              <a:ext uri="{FF2B5EF4-FFF2-40B4-BE49-F238E27FC236}">
                <a16:creationId xmlns:a16="http://schemas.microsoft.com/office/drawing/2014/main" id="{F2E64FC4-4AD0-0776-CBDE-1EC9CF6FACA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1" r="2" b="17298"/>
          <a:stretch/>
        </p:blipFill>
        <p:spPr bwMode="auto">
          <a:xfrm>
            <a:off x="5546558" y="-1"/>
            <a:ext cx="6645441" cy="2391331"/>
          </a:xfrm>
          <a:prstGeom prst="rect">
            <a:avLst/>
          </a:prstGeom>
          <a:noFill/>
        </p:spPr>
      </p:pic>
      <p:pic>
        <p:nvPicPr>
          <p:cNvPr id="4" name="Picture 3" descr="Diagram, engineering drawing&#10;&#10;Description automatically generated">
            <a:extLst>
              <a:ext uri="{FF2B5EF4-FFF2-40B4-BE49-F238E27FC236}">
                <a16:creationId xmlns:a16="http://schemas.microsoft.com/office/drawing/2014/main" id="{B0A4F95E-F540-B902-E08D-283F85107F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79" r="-2" b="10292"/>
          <a:stretch/>
        </p:blipFill>
        <p:spPr bwMode="auto">
          <a:xfrm>
            <a:off x="5546558" y="2391337"/>
            <a:ext cx="6645441" cy="4466657"/>
          </a:xfrm>
          <a:prstGeom prst="rect">
            <a:avLst/>
          </a:prstGeom>
          <a:noFill/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0A48D59-8581-41F7-B529-F4617FE0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46000">
                <a:schemeClr val="tx1">
                  <a:lumMod val="95000"/>
                  <a:lumOff val="5000"/>
                </a:schemeClr>
              </a:gs>
              <a:gs pos="9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9E4408-CFA9-7A22-71E2-B625A65BF492}"/>
              </a:ext>
            </a:extLst>
          </p:cNvPr>
          <p:cNvSpPr txBox="1">
            <a:spLocks/>
          </p:cNvSpPr>
          <p:nvPr/>
        </p:nvSpPr>
        <p:spPr>
          <a:xfrm>
            <a:off x="1187668" y="910431"/>
            <a:ext cx="4641631" cy="14664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Zuiger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7F2066-0253-4771-A5F6-68111E1FE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87669" y="2397906"/>
            <a:ext cx="11004331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1C7AE-ADA6-9CCA-0B8C-2000B7D91DE3}"/>
              </a:ext>
            </a:extLst>
          </p:cNvPr>
          <p:cNvSpPr txBox="1">
            <a:spLocks/>
          </p:cNvSpPr>
          <p:nvPr/>
        </p:nvSpPr>
        <p:spPr>
          <a:xfrm>
            <a:off x="1187668" y="2492080"/>
            <a:ext cx="4641631" cy="301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solidFill>
                  <a:schemeClr val="bg1"/>
                </a:solidFill>
              </a:rPr>
              <a:t>Grijpt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blokje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3 </a:t>
            </a:r>
            <a:r>
              <a:rPr lang="en-US" dirty="0" err="1">
                <a:solidFill>
                  <a:schemeClr val="bg1"/>
                </a:solidFill>
              </a:rPr>
              <a:t>zuignappen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Vacuum generator</a:t>
            </a:r>
          </a:p>
          <a:p>
            <a:r>
              <a:rPr lang="en-US" dirty="0">
                <a:solidFill>
                  <a:schemeClr val="bg1"/>
                </a:solidFill>
                <a:effectLst/>
              </a:rPr>
              <a:t>Pressure Switch</a:t>
            </a:r>
          </a:p>
          <a:p>
            <a:pPr marL="0"/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0"/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17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Y3220-5LOU-C6-F2-Q | Vanne de contrôle pneumatique SMC serie SY3000  fonction 5/2, Bobine/Assistée, 24V c.c. | RS">
            <a:extLst>
              <a:ext uri="{FF2B5EF4-FFF2-40B4-BE49-F238E27FC236}">
                <a16:creationId xmlns:a16="http://schemas.microsoft.com/office/drawing/2014/main" id="{02AEAFE1-4EB3-7D9D-6E21-B6409EC8A7E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20" t="8861" r="20468" b="1"/>
          <a:stretch/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1CDF1B-390A-9B26-C4F4-AF53613D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Ventielen</a:t>
            </a:r>
            <a:endParaRPr lang="en-US" sz="48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18E5AC-7033-9D31-8EBE-5638546C1C71}"/>
              </a:ext>
            </a:extLst>
          </p:cNvPr>
          <p:cNvSpPr txBox="1">
            <a:spLocks/>
          </p:cNvSpPr>
          <p:nvPr/>
        </p:nvSpPr>
        <p:spPr>
          <a:xfrm>
            <a:off x="371094" y="2718054"/>
            <a:ext cx="4379326" cy="3207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Schakelen</a:t>
            </a:r>
            <a:r>
              <a:rPr lang="en-US" sz="2400" dirty="0"/>
              <a:t> </a:t>
            </a:r>
            <a:r>
              <a:rPr lang="en-US" sz="2400" dirty="0" err="1"/>
              <a:t>perslucht</a:t>
            </a:r>
            <a:endParaRPr lang="en-US" sz="2400" dirty="0"/>
          </a:p>
          <a:p>
            <a:r>
              <a:rPr lang="en-US" sz="2400" dirty="0"/>
              <a:t>Cylinders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 err="1">
                <a:sym typeface="Wingdings" panose="05000000000000000000" pitchFamily="2" charset="2"/>
              </a:rPr>
              <a:t>wissel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ventielen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>
                <a:sym typeface="Wingdings" panose="05000000000000000000" pitchFamily="2" charset="2"/>
              </a:rPr>
              <a:t>Blazer </a:t>
            </a:r>
            <a:r>
              <a:rPr lang="en-US" sz="2400" dirty="0" err="1">
                <a:sym typeface="Wingdings" panose="05000000000000000000" pitchFamily="2" charset="2"/>
              </a:rPr>
              <a:t>en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zuiger</a:t>
            </a:r>
            <a:r>
              <a:rPr lang="en-US" sz="2400" dirty="0">
                <a:sym typeface="Wingdings" panose="05000000000000000000" pitchFamily="2" charset="2"/>
              </a:rPr>
              <a:t>  </a:t>
            </a:r>
            <a:r>
              <a:rPr lang="en-US" sz="2400" dirty="0" err="1">
                <a:sym typeface="Wingdings" panose="05000000000000000000" pitchFamily="2" charset="2"/>
              </a:rPr>
              <a:t>enkel</a:t>
            </a: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 err="1">
                <a:sym typeface="Wingdings" panose="05000000000000000000" pitchFamily="2" charset="2"/>
              </a:rPr>
              <a:t>ventiel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dirty="0" err="1">
                <a:sym typeface="Wingdings" panose="05000000000000000000" pitchFamily="2" charset="2"/>
              </a:rPr>
              <a:t>Gestuurd</a:t>
            </a:r>
            <a:r>
              <a:rPr lang="en-US" sz="2400" dirty="0">
                <a:sym typeface="Wingdings" panose="05000000000000000000" pitchFamily="2" charset="2"/>
              </a:rPr>
              <a:t> met 24V</a:t>
            </a:r>
            <a:endParaRPr lang="en-US" sz="2400" dirty="0"/>
          </a:p>
          <a:p>
            <a:endParaRPr lang="en-US" sz="2400" dirty="0"/>
          </a:p>
          <a:p>
            <a:pPr mar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4157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5FFE58-2136-037E-1EE9-AA88F8A83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Aandrijving</a:t>
            </a:r>
            <a:r>
              <a:rPr lang="en-US" sz="4800" dirty="0">
                <a:solidFill>
                  <a:schemeClr val="bg1"/>
                </a:solidFill>
              </a:rPr>
              <a:t> band</a:t>
            </a:r>
            <a:endParaRPr lang="nl-BE" sz="4800" dirty="0">
              <a:solidFill>
                <a:schemeClr val="bg1"/>
              </a:solidFill>
            </a:endParaRPr>
          </a:p>
        </p:txBody>
      </p:sp>
      <p:cxnSp>
        <p:nvCxnSpPr>
          <p:cNvPr id="4105" name="Straight Connector 4104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C240D-F018-F9E6-F50E-9FBF69CBB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DC motor 24V</a:t>
            </a:r>
          </a:p>
          <a:p>
            <a:r>
              <a:rPr lang="en-US" dirty="0" err="1">
                <a:solidFill>
                  <a:schemeClr val="bg1"/>
                </a:solidFill>
              </a:rPr>
              <a:t>Weerstand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Verbonden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aan</a:t>
            </a:r>
            <a:r>
              <a:rPr lang="en-US" dirty="0">
                <a:solidFill>
                  <a:schemeClr val="bg1"/>
                </a:solidFill>
              </a:rPr>
              <a:t> band via </a:t>
            </a:r>
            <a:r>
              <a:rPr lang="en-US" dirty="0" err="1">
                <a:solidFill>
                  <a:schemeClr val="bg1"/>
                </a:solidFill>
              </a:rPr>
              <a:t>riempje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Tachogenerator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sz="2800" dirty="0" err="1">
                <a:solidFill>
                  <a:schemeClr val="bg1"/>
                </a:solidFill>
              </a:rPr>
              <a:t>Inductieve</a:t>
            </a:r>
            <a:r>
              <a:rPr lang="en-US" sz="2800" dirty="0">
                <a:solidFill>
                  <a:schemeClr val="bg1"/>
                </a:solidFill>
              </a:rPr>
              <a:t> sensor</a:t>
            </a:r>
          </a:p>
          <a:p>
            <a:pPr lvl="1"/>
            <a:r>
              <a:rPr lang="en-US" sz="2800" dirty="0" err="1">
                <a:solidFill>
                  <a:schemeClr val="bg1"/>
                </a:solidFill>
              </a:rPr>
              <a:t>Tandwiel</a:t>
            </a:r>
            <a:endParaRPr lang="en-US" sz="28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Buy 12V PG36M555-19.5K Orange Planetary Gear DC Motor - 468 RPM">
            <a:extLst>
              <a:ext uri="{FF2B5EF4-FFF2-40B4-BE49-F238E27FC236}">
                <a16:creationId xmlns:a16="http://schemas.microsoft.com/office/drawing/2014/main" id="{2BE265DB-1797-652A-36F7-F4E6AD19964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15" r="1" b="16019"/>
          <a:stretch/>
        </p:blipFill>
        <p:spPr bwMode="auto">
          <a:xfrm>
            <a:off x="6525453" y="1"/>
            <a:ext cx="5666547" cy="3398024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CA240C79-242E-4918-9F28-B101847D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2277" y="3386960"/>
            <a:ext cx="56697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9" name="Straight Connector 4108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8" name="Picture 2" descr="Measure With Digital, Encoder and Counter Sensors | Dewesoft">
            <a:extLst>
              <a:ext uri="{FF2B5EF4-FFF2-40B4-BE49-F238E27FC236}">
                <a16:creationId xmlns:a16="http://schemas.microsoft.com/office/drawing/2014/main" id="{630F800E-4073-7745-E249-BED258FF85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9" r="-2" b="2634"/>
          <a:stretch/>
        </p:blipFill>
        <p:spPr bwMode="auto">
          <a:xfrm>
            <a:off x="6522277" y="3398024"/>
            <a:ext cx="5669723" cy="3469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3838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4DDD75-7C15-A2BC-0D91-923063671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1521" y="282800"/>
            <a:ext cx="4716231" cy="1288673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H-</a:t>
            </a:r>
            <a:r>
              <a:rPr lang="en-US" dirty="0" err="1">
                <a:solidFill>
                  <a:schemeClr val="bg1"/>
                </a:solidFill>
              </a:rPr>
              <a:t>Brug</a:t>
            </a:r>
            <a:endParaRPr lang="nl-BE" dirty="0">
              <a:solidFill>
                <a:schemeClr val="bg1"/>
              </a:solidFill>
            </a:endParaRPr>
          </a:p>
        </p:txBody>
      </p:sp>
      <p:sp>
        <p:nvSpPr>
          <p:cNvPr id="5129" name="Oval 5128">
            <a:extLst>
              <a:ext uri="{FF2B5EF4-FFF2-40B4-BE49-F238E27FC236}">
                <a16:creationId xmlns:a16="http://schemas.microsoft.com/office/drawing/2014/main" id="{037C701E-5151-4086-9CF2-7F44AA38A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131" name="Oval 5130">
            <a:extLst>
              <a:ext uri="{FF2B5EF4-FFF2-40B4-BE49-F238E27FC236}">
                <a16:creationId xmlns:a16="http://schemas.microsoft.com/office/drawing/2014/main" id="{E656C08E-A84B-4C76-9D3B-46237B5A9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5537" y="61869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4" name="Picture 3" descr="Koppelrelais PHOENIX 2903370 - RIF-0-RPT-24DC/21 | Automation24">
            <a:extLst>
              <a:ext uri="{FF2B5EF4-FFF2-40B4-BE49-F238E27FC236}">
                <a16:creationId xmlns:a16="http://schemas.microsoft.com/office/drawing/2014/main" id="{D90C0464-F8D0-6822-6A27-4A71512280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4248" y="322504"/>
            <a:ext cx="2931037" cy="2931037"/>
          </a:xfrm>
          <a:prstGeom prst="rect">
            <a:avLst/>
          </a:prstGeom>
          <a:noFill/>
        </p:spPr>
      </p:pic>
      <p:pic>
        <p:nvPicPr>
          <p:cNvPr id="5122" name="Picture 2" descr="H-brug (elektronica) - Wikiwand">
            <a:extLst>
              <a:ext uri="{FF2B5EF4-FFF2-40B4-BE49-F238E27FC236}">
                <a16:creationId xmlns:a16="http://schemas.microsoft.com/office/drawing/2014/main" id="{3F3BF5AB-F7AA-E1F3-822C-FEE618614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4766" y="3742583"/>
            <a:ext cx="5971786" cy="183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33" name="Graphic 4">
            <a:extLst>
              <a:ext uri="{FF2B5EF4-FFF2-40B4-BE49-F238E27FC236}">
                <a16:creationId xmlns:a16="http://schemas.microsoft.com/office/drawing/2014/main" id="{72FB3F6E-946C-4B30-8EAA-64FA3056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888" y="5091324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5134" name="Freeform: Shape 5133">
              <a:extLst>
                <a:ext uri="{FF2B5EF4-FFF2-40B4-BE49-F238E27FC236}">
                  <a16:creationId xmlns:a16="http://schemas.microsoft.com/office/drawing/2014/main" id="{A820447A-FA0D-448D-8513-13647DCEE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5" name="Freeform: Shape 5134">
              <a:extLst>
                <a:ext uri="{FF2B5EF4-FFF2-40B4-BE49-F238E27FC236}">
                  <a16:creationId xmlns:a16="http://schemas.microsoft.com/office/drawing/2014/main" id="{980F5A0F-E8FC-415B-BA7F-74C42D42C5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6" name="Freeform: Shape 5135">
              <a:extLst>
                <a:ext uri="{FF2B5EF4-FFF2-40B4-BE49-F238E27FC236}">
                  <a16:creationId xmlns:a16="http://schemas.microsoft.com/office/drawing/2014/main" id="{D77443A5-2061-492B-AFF5-658AB7E7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7" name="Freeform: Shape 5136">
              <a:extLst>
                <a:ext uri="{FF2B5EF4-FFF2-40B4-BE49-F238E27FC236}">
                  <a16:creationId xmlns:a16="http://schemas.microsoft.com/office/drawing/2014/main" id="{3276C0A3-C877-457C-917D-473FABC9E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8" name="Freeform: Shape 5137">
              <a:extLst>
                <a:ext uri="{FF2B5EF4-FFF2-40B4-BE49-F238E27FC236}">
                  <a16:creationId xmlns:a16="http://schemas.microsoft.com/office/drawing/2014/main" id="{D9808886-A26A-41C2-9401-727236349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9" name="Freeform: Shape 5138">
              <a:extLst>
                <a:ext uri="{FF2B5EF4-FFF2-40B4-BE49-F238E27FC236}">
                  <a16:creationId xmlns:a16="http://schemas.microsoft.com/office/drawing/2014/main" id="{9FB169C8-A66F-4AEC-BBEE-4DEBBE844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0" name="Freeform: Shape 5139">
              <a:extLst>
                <a:ext uri="{FF2B5EF4-FFF2-40B4-BE49-F238E27FC236}">
                  <a16:creationId xmlns:a16="http://schemas.microsoft.com/office/drawing/2014/main" id="{EEC418CD-F215-459D-8919-D5B5194EB4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1" name="Freeform: Shape 5140">
              <a:extLst>
                <a:ext uri="{FF2B5EF4-FFF2-40B4-BE49-F238E27FC236}">
                  <a16:creationId xmlns:a16="http://schemas.microsoft.com/office/drawing/2014/main" id="{5E034A84-840E-429B-9A4F-ECC31AB62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2" name="Freeform: Shape 5141">
              <a:extLst>
                <a:ext uri="{FF2B5EF4-FFF2-40B4-BE49-F238E27FC236}">
                  <a16:creationId xmlns:a16="http://schemas.microsoft.com/office/drawing/2014/main" id="{6D050DBA-8800-4A73-84C0-34DC71A6BD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3" name="Freeform: Shape 5142">
              <a:extLst>
                <a:ext uri="{FF2B5EF4-FFF2-40B4-BE49-F238E27FC236}">
                  <a16:creationId xmlns:a16="http://schemas.microsoft.com/office/drawing/2014/main" id="{2D4BF35D-BFFA-45A5-8081-FEDD30757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4" name="Freeform: Shape 5143">
              <a:extLst>
                <a:ext uri="{FF2B5EF4-FFF2-40B4-BE49-F238E27FC236}">
                  <a16:creationId xmlns:a16="http://schemas.microsoft.com/office/drawing/2014/main" id="{36B354BD-25DC-42A0-9CE7-8246868103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5" name="Freeform: Shape 5144">
              <a:extLst>
                <a:ext uri="{FF2B5EF4-FFF2-40B4-BE49-F238E27FC236}">
                  <a16:creationId xmlns:a16="http://schemas.microsoft.com/office/drawing/2014/main" id="{852C4A08-6644-42B7-8237-2AD5F0041D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6" name="Freeform: Shape 5145">
              <a:extLst>
                <a:ext uri="{FF2B5EF4-FFF2-40B4-BE49-F238E27FC236}">
                  <a16:creationId xmlns:a16="http://schemas.microsoft.com/office/drawing/2014/main" id="{91D58C06-A184-4272-9824-2F08535184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78EA-490D-DF5C-2A1D-399E095BD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521" y="1715151"/>
            <a:ext cx="5028488" cy="435133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 </a:t>
            </a:r>
            <a:r>
              <a:rPr lang="en-US" dirty="0" err="1">
                <a:solidFill>
                  <a:schemeClr val="bg1"/>
                </a:solidFill>
              </a:rPr>
              <a:t>wisselcontact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relais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Motor in 2 </a:t>
            </a:r>
            <a:r>
              <a:rPr lang="en-US" dirty="0" err="1">
                <a:solidFill>
                  <a:schemeClr val="bg1"/>
                </a:solidFill>
              </a:rPr>
              <a:t>richtingen</a:t>
            </a:r>
            <a:r>
              <a:rPr lang="en-US" dirty="0">
                <a:solidFill>
                  <a:schemeClr val="bg1"/>
                </a:solidFill>
              </a:rPr>
              <a:t> laten </a:t>
            </a:r>
            <a:r>
              <a:rPr lang="en-US" dirty="0" err="1">
                <a:solidFill>
                  <a:schemeClr val="bg1"/>
                </a:solidFill>
              </a:rPr>
              <a:t>draaien</a:t>
            </a:r>
            <a:endParaRPr lang="en-US" dirty="0">
              <a:solidFill>
                <a:schemeClr val="bg1"/>
              </a:solidFill>
            </a:endParaRPr>
          </a:p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3E0664D-2EAB-3E02-9160-51C02F1771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528" t="16011" b="12091"/>
          <a:stretch/>
        </p:blipFill>
        <p:spPr>
          <a:xfrm>
            <a:off x="1091331" y="3429000"/>
            <a:ext cx="3396121" cy="280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568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8BF32-437D-C043-B757-7C2CE52F5965}"/>
              </a:ext>
            </a:extLst>
          </p:cNvPr>
          <p:cNvSpPr txBox="1">
            <a:spLocks/>
          </p:cNvSpPr>
          <p:nvPr/>
        </p:nvSpPr>
        <p:spPr>
          <a:xfrm>
            <a:off x="589560" y="856180"/>
            <a:ext cx="4560584" cy="11280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800" dirty="0"/>
              <a:t>Sensor </a:t>
            </a:r>
            <a:r>
              <a:rPr lang="en-US" sz="4800" dirty="0" err="1"/>
              <a:t>materiaal</a:t>
            </a:r>
            <a:endParaRPr lang="en-US" sz="48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5D5C-48B3-C994-54C3-786A173AD234}"/>
              </a:ext>
            </a:extLst>
          </p:cNvPr>
          <p:cNvSpPr txBox="1">
            <a:spLocks/>
          </p:cNvSpPr>
          <p:nvPr/>
        </p:nvSpPr>
        <p:spPr>
          <a:xfrm>
            <a:off x="590719" y="2330505"/>
            <a:ext cx="4559425" cy="39795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Inductieve</a:t>
            </a:r>
            <a:r>
              <a:rPr lang="en-US" dirty="0"/>
              <a:t> sensor</a:t>
            </a:r>
          </a:p>
          <a:p>
            <a:r>
              <a:rPr lang="en-US" dirty="0"/>
              <a:t>2 </a:t>
            </a:r>
            <a:r>
              <a:rPr lang="en-US" dirty="0" err="1"/>
              <a:t>analoge</a:t>
            </a:r>
            <a:r>
              <a:rPr lang="en-US" dirty="0"/>
              <a:t> outputs</a:t>
            </a:r>
          </a:p>
          <a:p>
            <a:pPr lvl="1"/>
            <a:r>
              <a:rPr lang="en-US" sz="2800" dirty="0"/>
              <a:t>0-10V</a:t>
            </a:r>
          </a:p>
          <a:p>
            <a:pPr lvl="1"/>
            <a:r>
              <a:rPr lang="en-US" sz="2800" dirty="0"/>
              <a:t>0-20mA</a:t>
            </a: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Eaton - Cutler Hammer - E59-A18C115D01-CV - Inductive Proximity  Sensor,Cylindrical,15mm,DC,Analog,M18 4-Pin,Unshielded - Allied Electronics  &amp; Automation, part of RS Group">
            <a:extLst>
              <a:ext uri="{FF2B5EF4-FFF2-40B4-BE49-F238E27FC236}">
                <a16:creationId xmlns:a16="http://schemas.microsoft.com/office/drawing/2014/main" id="{3F9193A4-ECEF-0505-49EF-41EDF29A0B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3065"/>
          <a:stretch/>
        </p:blipFill>
        <p:spPr bwMode="auto">
          <a:xfrm>
            <a:off x="5977788" y="799352"/>
            <a:ext cx="5425410" cy="525929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93908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light&#10;&#10;Description automatically generated">
            <a:extLst>
              <a:ext uri="{FF2B5EF4-FFF2-40B4-BE49-F238E27FC236}">
                <a16:creationId xmlns:a16="http://schemas.microsoft.com/office/drawing/2014/main" id="{3D754C86-A5AF-9B13-6E5F-148A5AB48B5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06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8BF32-437D-C043-B757-7C2CE52F5965}"/>
              </a:ext>
            </a:extLst>
          </p:cNvPr>
          <p:cNvSpPr txBox="1">
            <a:spLocks/>
          </p:cNvSpPr>
          <p:nvPr/>
        </p:nvSpPr>
        <p:spPr>
          <a:xfrm>
            <a:off x="838194" y="239035"/>
            <a:ext cx="4333246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dirty="0" err="1"/>
              <a:t>Optische</a:t>
            </a:r>
            <a:r>
              <a:rPr lang="en-US" sz="4000" dirty="0"/>
              <a:t> </a:t>
            </a:r>
            <a:r>
              <a:rPr lang="en-US" sz="4000" dirty="0" err="1"/>
              <a:t>sensoren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5D5C-48B3-C994-54C3-786A173AD234}"/>
              </a:ext>
            </a:extLst>
          </p:cNvPr>
          <p:cNvSpPr txBox="1">
            <a:spLocks/>
          </p:cNvSpPr>
          <p:nvPr/>
        </p:nvSpPr>
        <p:spPr>
          <a:xfrm>
            <a:off x="838197" y="1746358"/>
            <a:ext cx="3822189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Sensor band:</a:t>
            </a:r>
          </a:p>
          <a:p>
            <a:pPr lvl="1"/>
            <a:r>
              <a:rPr lang="en-US" dirty="0" err="1"/>
              <a:t>Staat</a:t>
            </a:r>
            <a:r>
              <a:rPr lang="en-US" dirty="0"/>
              <a:t> over band </a:t>
            </a:r>
          </a:p>
          <a:p>
            <a:pPr lvl="1"/>
            <a:r>
              <a:rPr lang="en-US" dirty="0" err="1"/>
              <a:t>Detecteert</a:t>
            </a:r>
            <a:r>
              <a:rPr lang="en-US" dirty="0"/>
              <a:t> object op de band</a:t>
            </a:r>
          </a:p>
          <a:p>
            <a:r>
              <a:rPr lang="en-US" sz="2400" dirty="0"/>
              <a:t>Sensor camera:</a:t>
            </a:r>
          </a:p>
          <a:p>
            <a:pPr lvl="1"/>
            <a:r>
              <a:rPr lang="en-US" dirty="0" err="1"/>
              <a:t>Staat</a:t>
            </a:r>
            <a:r>
              <a:rPr lang="en-US" dirty="0"/>
              <a:t> </a:t>
            </a:r>
            <a:r>
              <a:rPr lang="en-US" dirty="0" err="1"/>
              <a:t>onder</a:t>
            </a:r>
            <a:r>
              <a:rPr lang="en-US" dirty="0"/>
              <a:t> camera</a:t>
            </a:r>
          </a:p>
          <a:p>
            <a:pPr lvl="1"/>
            <a:r>
              <a:rPr lang="en-US" dirty="0" err="1"/>
              <a:t>Detecteert</a:t>
            </a:r>
            <a:r>
              <a:rPr lang="en-US" dirty="0"/>
              <a:t> object </a:t>
            </a:r>
            <a:r>
              <a:rPr lang="en-US" dirty="0" err="1"/>
              <a:t>onder</a:t>
            </a:r>
            <a:r>
              <a:rPr lang="en-US" dirty="0"/>
              <a:t> de camera</a:t>
            </a:r>
          </a:p>
        </p:txBody>
      </p:sp>
      <p:pic>
        <p:nvPicPr>
          <p:cNvPr id="18" name="Picture 17" descr="A picture containing line, screenshot, rectangle, black&#10;&#10;Description automatically generated">
            <a:extLst>
              <a:ext uri="{FF2B5EF4-FFF2-40B4-BE49-F238E27FC236}">
                <a16:creationId xmlns:a16="http://schemas.microsoft.com/office/drawing/2014/main" id="{655019AD-7CF1-ED57-B440-34CCF5A5B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55" y="4277894"/>
            <a:ext cx="6377053" cy="206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46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1">
            <a:extLst>
              <a:ext uri="{FF2B5EF4-FFF2-40B4-BE49-F238E27FC236}">
                <a16:creationId xmlns:a16="http://schemas.microsoft.com/office/drawing/2014/main" id="{41AB65AE-A08D-4F43-8E53-5F1B8D842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8BF32-437D-C043-B757-7C2CE52F5965}"/>
              </a:ext>
            </a:extLst>
          </p:cNvPr>
          <p:cNvSpPr txBox="1">
            <a:spLocks/>
          </p:cNvSpPr>
          <p:nvPr/>
        </p:nvSpPr>
        <p:spPr>
          <a:xfrm>
            <a:off x="838199" y="4625162"/>
            <a:ext cx="4153767" cy="166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2D Visson inspector</a:t>
            </a:r>
          </a:p>
        </p:txBody>
      </p:sp>
      <p:pic>
        <p:nvPicPr>
          <p:cNvPr id="4" name="Picture 3" descr="VSPI-1R111">
            <a:extLst>
              <a:ext uri="{FF2B5EF4-FFF2-40B4-BE49-F238E27FC236}">
                <a16:creationId xmlns:a16="http://schemas.microsoft.com/office/drawing/2014/main" id="{04F1182A-69E2-D526-F99F-1114469DA3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2930"/>
          <a:stretch/>
        </p:blipFill>
        <p:spPr bwMode="auto">
          <a:xfrm>
            <a:off x="838199" y="536943"/>
            <a:ext cx="4153757" cy="3900336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09494-7301-147F-B0C9-E238D01320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289"/>
          <a:stretch/>
        </p:blipFill>
        <p:spPr>
          <a:xfrm>
            <a:off x="5183372" y="536943"/>
            <a:ext cx="6304539" cy="39003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85D5C-48B3-C994-54C3-786A173AD234}"/>
              </a:ext>
            </a:extLst>
          </p:cNvPr>
          <p:cNvSpPr txBox="1">
            <a:spLocks/>
          </p:cNvSpPr>
          <p:nvPr/>
        </p:nvSpPr>
        <p:spPr>
          <a:xfrm>
            <a:off x="3629011" y="5850211"/>
            <a:ext cx="6304540" cy="16679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Vergelijkt</a:t>
            </a:r>
            <a:r>
              <a:rPr lang="en-US" sz="2000" dirty="0"/>
              <a:t> </a:t>
            </a:r>
            <a:r>
              <a:rPr lang="en-US" sz="2000" dirty="0" err="1"/>
              <a:t>beelden</a:t>
            </a:r>
            <a:r>
              <a:rPr lang="en-US" sz="2000" dirty="0"/>
              <a:t> met reference image</a:t>
            </a:r>
          </a:p>
          <a:p>
            <a:r>
              <a:rPr lang="en-US" sz="2000" dirty="0"/>
              <a:t>SOPAS engineering tool</a:t>
            </a:r>
          </a:p>
          <a:p>
            <a:r>
              <a:rPr lang="en-US" sz="2000" dirty="0" err="1"/>
              <a:t>Communicatie</a:t>
            </a:r>
            <a:r>
              <a:rPr lang="en-US" sz="2000" dirty="0"/>
              <a:t> via Ethernet</a:t>
            </a:r>
          </a:p>
          <a:p>
            <a:pPr marL="457200" lvl="1"/>
            <a:endParaRPr lang="en-US" sz="2000" dirty="0"/>
          </a:p>
          <a:p>
            <a:pPr marL="457200" lvl="1"/>
            <a:endParaRPr lang="en-US" sz="2000" dirty="0"/>
          </a:p>
          <a:p>
            <a:pPr marL="457200" lvl="1"/>
            <a:endParaRPr lang="en-US" sz="2000" dirty="0"/>
          </a:p>
          <a:p>
            <a:pPr lvl="1"/>
            <a:endParaRPr lang="en-US" sz="2000" dirty="0"/>
          </a:p>
          <a:p>
            <a:pPr marL="457200" lvl="1"/>
            <a:endParaRPr lang="en-US" sz="2000" dirty="0"/>
          </a:p>
          <a:p>
            <a:pPr marL="457200" lvl="1"/>
            <a:endParaRPr lang="en-US" sz="2000" dirty="0"/>
          </a:p>
          <a:p>
            <a:pPr marL="457200" lvl="1"/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F09A29-B0A8-1A57-227C-3F0CEEAD9A9C}"/>
              </a:ext>
            </a:extLst>
          </p:cNvPr>
          <p:cNvSpPr txBox="1"/>
          <p:nvPr/>
        </p:nvSpPr>
        <p:spPr>
          <a:xfrm>
            <a:off x="8620978" y="4892886"/>
            <a:ext cx="2112566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 outputs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Not located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Detail failed</a:t>
            </a:r>
          </a:p>
          <a:p>
            <a:pPr marL="800100" lvl="1" indent="-342900">
              <a:buFont typeface="+mj-lt"/>
              <a:buAutoNum type="arabicParenR"/>
            </a:pPr>
            <a:r>
              <a:rPr lang="en-US" dirty="0"/>
              <a:t>All passed</a:t>
            </a:r>
          </a:p>
          <a:p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782777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787F8-2951-C320-D7EA-96B21E68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Software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91AD63D3-F30E-6CF4-8A26-9715821B1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/>
          <a:stretch/>
        </p:blipFill>
        <p:spPr bwMode="auto">
          <a:xfrm>
            <a:off x="432225" y="2142463"/>
            <a:ext cx="11327549" cy="409982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62857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800E-50A5-B876-3B68-0FEE4363E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Functie P&amp;P</a:t>
            </a:r>
          </a:p>
        </p:txBody>
      </p:sp>
      <p:pic>
        <p:nvPicPr>
          <p:cNvPr id="4" name="Content Placeholder 3" descr="Table&#10;&#10;Description automatically generated">
            <a:extLst>
              <a:ext uri="{FF2B5EF4-FFF2-40B4-BE49-F238E27FC236}">
                <a16:creationId xmlns:a16="http://schemas.microsoft.com/office/drawing/2014/main" id="{6D05BEAE-3898-BCD7-0480-D3E34BCF1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16408" y="467208"/>
            <a:ext cx="5597787" cy="59235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23760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0787F8-2951-C320-D7EA-96B21E686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Software</a:t>
            </a: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91AD63D3-F30E-6CF4-8A26-9715821B1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5"/>
          <a:stretch/>
        </p:blipFill>
        <p:spPr bwMode="auto">
          <a:xfrm>
            <a:off x="432225" y="2142463"/>
            <a:ext cx="11327549" cy="409982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77245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F0A6C-90A5-DC2B-D4DE-FE38D99AF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448721"/>
            <a:ext cx="4713997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Functie</a:t>
            </a:r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breng</a:t>
            </a:r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naar</a:t>
            </a:r>
            <a:endParaRPr lang="en-US" sz="3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A016503F-141E-E5CC-E20E-29C261416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06500" y="0"/>
            <a:ext cx="4457700" cy="6858000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65CEDAF-CB50-BF10-0DA7-A3427590A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7800" y="1909192"/>
            <a:ext cx="4713997" cy="3647710"/>
          </a:xfrm>
        </p:spPr>
        <p:txBody>
          <a:bodyPr>
            <a:normAutofit/>
          </a:bodyPr>
          <a:lstStyle/>
          <a:p>
            <a:r>
              <a:rPr lang="en-US" sz="2400" dirty="0" err="1">
                <a:solidFill>
                  <a:schemeClr val="bg1"/>
                </a:solidFill>
              </a:rPr>
              <a:t>Bepaalt</a:t>
            </a:r>
            <a:r>
              <a:rPr lang="en-US" sz="2400" dirty="0">
                <a:solidFill>
                  <a:schemeClr val="bg1"/>
                </a:solidFill>
              </a:rPr>
              <a:t> wat er </a:t>
            </a:r>
            <a:r>
              <a:rPr lang="en-US" sz="2400" dirty="0" err="1">
                <a:solidFill>
                  <a:schemeClr val="bg1"/>
                </a:solidFill>
              </a:rPr>
              <a:t>moet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gebeuren</a:t>
            </a:r>
            <a:r>
              <a:rPr lang="en-US" sz="2400" dirty="0">
                <a:solidFill>
                  <a:schemeClr val="bg1"/>
                </a:solidFill>
              </a:rPr>
              <a:t> met het </a:t>
            </a:r>
            <a:r>
              <a:rPr lang="en-US" sz="2400" dirty="0" err="1">
                <a:solidFill>
                  <a:schemeClr val="bg1"/>
                </a:solidFill>
              </a:rPr>
              <a:t>blokje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2 </a:t>
            </a:r>
            <a:r>
              <a:rPr lang="en-US" sz="2400" dirty="0" err="1">
                <a:solidFill>
                  <a:schemeClr val="bg1"/>
                </a:solidFill>
              </a:rPr>
              <a:t>mogelijke</a:t>
            </a:r>
            <a:r>
              <a:rPr lang="en-US" sz="2400" dirty="0">
                <a:solidFill>
                  <a:schemeClr val="bg1"/>
                </a:solidFill>
              </a:rPr>
              <a:t> returns: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Done</a:t>
            </a:r>
          </a:p>
          <a:p>
            <a:pPr lvl="1"/>
            <a:r>
              <a:rPr lang="en-US" sz="2000" dirty="0">
                <a:solidFill>
                  <a:schemeClr val="bg1"/>
                </a:solidFill>
              </a:rPr>
              <a:t>Ready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7800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5270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9275C1-62C5-83AD-E7EC-F9F461E8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Settings manager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52A837-8A83-718B-91ED-4619D66D8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85475" y="543926"/>
            <a:ext cx="8480530" cy="576676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01118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AF332D-B34A-B861-CD48-33AD15266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en-US" sz="5600">
                <a:solidFill>
                  <a:schemeClr val="bg1"/>
                </a:solidFill>
              </a:rPr>
              <a:t>Achtergrond functies</a:t>
            </a:r>
            <a:endParaRPr lang="nl-BE" sz="56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2A22C-7FF7-10A0-18A2-51667E4F3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595741"/>
            <a:ext cx="5008901" cy="4571972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Reset checker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Pauze</a:t>
            </a:r>
            <a:r>
              <a:rPr lang="en-US" sz="3200" dirty="0">
                <a:solidFill>
                  <a:schemeClr val="bg1"/>
                </a:solidFill>
              </a:rPr>
              <a:t> checker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Probleem</a:t>
            </a:r>
            <a:r>
              <a:rPr lang="en-US" sz="3200" dirty="0">
                <a:solidFill>
                  <a:schemeClr val="bg1"/>
                </a:solidFill>
              </a:rPr>
              <a:t> checker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Tachogenerator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Statusen</a:t>
            </a:r>
            <a:r>
              <a:rPr lang="en-US" sz="3200" dirty="0">
                <a:solidFill>
                  <a:schemeClr val="bg1"/>
                </a:solidFill>
              </a:rPr>
              <a:t> HMI</a:t>
            </a:r>
          </a:p>
          <a:p>
            <a:r>
              <a:rPr lang="en-US" sz="3200" dirty="0" err="1">
                <a:solidFill>
                  <a:schemeClr val="bg1"/>
                </a:solidFill>
              </a:rPr>
              <a:t>Analoge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err="1">
                <a:solidFill>
                  <a:schemeClr val="bg1"/>
                </a:solidFill>
              </a:rPr>
              <a:t>materiaal</a:t>
            </a:r>
            <a:r>
              <a:rPr lang="en-US" sz="3200" dirty="0">
                <a:solidFill>
                  <a:schemeClr val="bg1"/>
                </a:solidFill>
              </a:rPr>
              <a:t> meeting</a:t>
            </a:r>
          </a:p>
          <a:p>
            <a:pPr marL="0" indent="0">
              <a:buNone/>
            </a:pPr>
            <a:endParaRPr lang="en-US" sz="3200" dirty="0">
              <a:solidFill>
                <a:schemeClr val="bg1"/>
              </a:solidFill>
            </a:endParaRPr>
          </a:p>
          <a:p>
            <a:endParaRPr lang="nl-BE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4637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FF95-7B73-5609-C8CA-CA9C2102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Problemen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oplossingen</a:t>
            </a:r>
            <a:endParaRPr lang="nl-BE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FAB776-C33E-8707-EC89-95E5F0D291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182646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86000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Neonroze vraagteken">
            <a:extLst>
              <a:ext uri="{FF2B5EF4-FFF2-40B4-BE49-F238E27FC236}">
                <a16:creationId xmlns:a16="http://schemas.microsoft.com/office/drawing/2014/main" id="{1A3A9E7C-C28B-11EA-F641-4079EBA3B29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DF069-A560-55D0-411D-1422A08EC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Vragen?</a:t>
            </a:r>
            <a:endParaRPr lang="nl-BE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9E5CC-22E4-0CAF-13BA-0812771E85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Bedankt voor jullie aandacht</a:t>
            </a:r>
            <a:endParaRPr lang="nl-BE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52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265</Words>
  <Application>Microsoft Office PowerPoint</Application>
  <PresentationFormat>Widescreen</PresentationFormat>
  <Paragraphs>104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Meiryo</vt:lpstr>
      <vt:lpstr>Arial</vt:lpstr>
      <vt:lpstr>Calibri</vt:lpstr>
      <vt:lpstr>Calibri Light</vt:lpstr>
      <vt:lpstr>Office Theme</vt:lpstr>
      <vt:lpstr>PICK AND PLACE INSTALATIE</vt:lpstr>
      <vt:lpstr>Inhoud</vt:lpstr>
      <vt:lpstr>Wat doet mijn GIP?</vt:lpstr>
      <vt:lpstr>PowerPoint Presentation</vt:lpstr>
      <vt:lpstr>Stuuring</vt:lpstr>
      <vt:lpstr>PowerPoint Presentation</vt:lpstr>
      <vt:lpstr>PowerPoint Presentation</vt:lpstr>
      <vt:lpstr>PowerPoint Presentation</vt:lpstr>
      <vt:lpstr>Ventielen</vt:lpstr>
      <vt:lpstr>Aandrijving band</vt:lpstr>
      <vt:lpstr>H-Brug</vt:lpstr>
      <vt:lpstr>PowerPoint Presentation</vt:lpstr>
      <vt:lpstr>PowerPoint Presentation</vt:lpstr>
      <vt:lpstr>PowerPoint Presentation</vt:lpstr>
      <vt:lpstr>Software</vt:lpstr>
      <vt:lpstr>Functie P&amp;P</vt:lpstr>
      <vt:lpstr>Software</vt:lpstr>
      <vt:lpstr>Functie breng naar</vt:lpstr>
      <vt:lpstr>Settings manager</vt:lpstr>
      <vt:lpstr>Achtergrond functies</vt:lpstr>
      <vt:lpstr>Problemen en oplossingen</vt:lpstr>
      <vt:lpstr>Vragen?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PICK AND PLACE INSTALATIE</dc:title>
  <dc:creator>Alex Raskin</dc:creator>
  <cp:lastModifiedBy>Alex Raskin</cp:lastModifiedBy>
  <cp:revision>1</cp:revision>
  <dcterms:created xsi:type="dcterms:W3CDTF">2023-06-06T14:36:07Z</dcterms:created>
  <dcterms:modified xsi:type="dcterms:W3CDTF">2023-06-06T19:00:20Z</dcterms:modified>
</cp:coreProperties>
</file>